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56" r:id="rId5"/>
    <p:sldId id="257" r:id="rId6"/>
    <p:sldId id="258" r:id="rId7"/>
    <p:sldId id="278" r:id="rId8"/>
    <p:sldId id="279" r:id="rId9"/>
    <p:sldId id="280" r:id="rId10"/>
    <p:sldId id="281" r:id="rId11"/>
    <p:sldId id="282" r:id="rId12"/>
    <p:sldId id="270" r:id="rId13"/>
    <p:sldId id="271"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6CB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6432" autoAdjust="0"/>
  </p:normalViewPr>
  <p:slideViewPr>
    <p:cSldViewPr snapToGrid="0">
      <p:cViewPr varScale="1">
        <p:scale>
          <a:sx n="56" d="100"/>
          <a:sy n="56" d="100"/>
        </p:scale>
        <p:origin x="696"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75" d="100"/>
        <a:sy n="75"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oleObject" Target="file:///C:\Users\vesnacari\Documents\DATA_Labs\Capstone_1\maine_store_rankings_PivotTable%20and%20PivotChar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800" b="1" strike="noStrike" spc="-1">
                <a:solidFill>
                  <a:srgbClr val="000000"/>
                </a:solidFill>
                <a:latin typeface="Aptos Narrow"/>
              </a:defRPr>
            </a:pPr>
            <a:r>
              <a:rPr lang="en-US" sz="1800" b="1" strike="noStrike" spc="-1">
                <a:solidFill>
                  <a:srgbClr val="000000"/>
                </a:solidFill>
                <a:latin typeface="Aptos Narrow"/>
              </a:rPr>
              <a:t>Maine Store Revenue Ranking</a:t>
            </a:r>
          </a:p>
        </c:rich>
      </c:tx>
      <c:overlay val="0"/>
      <c:spPr>
        <a:noFill/>
        <a:ln w="0">
          <a:noFill/>
        </a:ln>
      </c:spPr>
    </c:title>
    <c:autoTitleDeleted val="0"/>
    <c:plotArea>
      <c:layout/>
      <c:barChart>
        <c:barDir val="bar"/>
        <c:grouping val="clustered"/>
        <c:varyColors val="0"/>
        <c:ser>
          <c:idx val="0"/>
          <c:order val="0"/>
          <c:tx>
            <c:strRef>
              <c:f>'PivotTable &amp; Chart'!$C$4</c:f>
              <c:strCache>
                <c:ptCount val="1"/>
                <c:pt idx="0">
                  <c:v>Total Revenue</c:v>
                </c:pt>
              </c:strCache>
            </c:strRef>
          </c:tx>
          <c:spPr>
            <a:solidFill>
              <a:srgbClr val="2E75B6"/>
            </a:solidFill>
            <a:ln w="12600">
              <a:solidFill>
                <a:srgbClr val="FFFFFF"/>
              </a:solidFill>
              <a:round/>
            </a:ln>
          </c:spPr>
          <c:invertIfNegative val="0"/>
          <c:dLbls>
            <c:spPr>
              <a:noFill/>
              <a:ln>
                <a:noFill/>
              </a:ln>
              <a:effectLst/>
            </c:spPr>
            <c:txPr>
              <a:bodyPr wrap="none"/>
              <a:lstStyle/>
              <a:p>
                <a:pPr>
                  <a:defRPr sz="1000" b="0" strike="noStrike" spc="-1">
                    <a:latin typeface="Arial"/>
                  </a:defRPr>
                </a:pPr>
                <a:endParaRPr lang="en-US"/>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'PivotTable &amp; Chart'!$B$5:$B$10</c:f>
              <c:strCache>
                <c:ptCount val="6"/>
                <c:pt idx="0">
                  <c:v>South Portland</c:v>
                </c:pt>
                <c:pt idx="1">
                  <c:v>Orono</c:v>
                </c:pt>
                <c:pt idx="2">
                  <c:v>Kennebunkport</c:v>
                </c:pt>
                <c:pt idx="3">
                  <c:v>Lewiston</c:v>
                </c:pt>
                <c:pt idx="4">
                  <c:v>Bangor</c:v>
                </c:pt>
                <c:pt idx="5">
                  <c:v>Bar Harbor</c:v>
                </c:pt>
              </c:strCache>
            </c:strRef>
          </c:cat>
          <c:val>
            <c:numRef>
              <c:f>'PivotTable &amp; Chart'!$C$5:$C$10</c:f>
              <c:numCache>
                <c:formatCode>\$#,##0.00</c:formatCode>
                <c:ptCount val="6"/>
                <c:pt idx="0">
                  <c:v>332611.76</c:v>
                </c:pt>
                <c:pt idx="1">
                  <c:v>330505.46999999997</c:v>
                </c:pt>
                <c:pt idx="2">
                  <c:v>321998.55</c:v>
                </c:pt>
                <c:pt idx="3">
                  <c:v>303761.90999999997</c:v>
                </c:pt>
                <c:pt idx="4">
                  <c:v>300919.98</c:v>
                </c:pt>
                <c:pt idx="5">
                  <c:v>287452.08</c:v>
                </c:pt>
              </c:numCache>
            </c:numRef>
          </c:val>
          <c:extLst>
            <c:ext xmlns:c16="http://schemas.microsoft.com/office/drawing/2014/chart" uri="{C3380CC4-5D6E-409C-BE32-E72D297353CC}">
              <c16:uniqueId val="{00000000-01DA-4DAC-98CB-E30197638728}"/>
            </c:ext>
          </c:extLst>
        </c:ser>
        <c:dLbls>
          <c:showLegendKey val="0"/>
          <c:showVal val="0"/>
          <c:showCatName val="0"/>
          <c:showSerName val="0"/>
          <c:showPercent val="0"/>
          <c:showBubbleSize val="0"/>
        </c:dLbls>
        <c:gapWidth val="150"/>
        <c:axId val="5521628"/>
        <c:axId val="85710457"/>
      </c:barChart>
      <c:catAx>
        <c:axId val="5521628"/>
        <c:scaling>
          <c:orientation val="maxMin"/>
        </c:scaling>
        <c:delete val="0"/>
        <c:axPos val="l"/>
        <c:title>
          <c:tx>
            <c:rich>
              <a:bodyPr rot="-5400000"/>
              <a:lstStyle/>
              <a:p>
                <a:pPr>
                  <a:defRPr sz="1000" b="1" strike="noStrike" spc="-1">
                    <a:solidFill>
                      <a:srgbClr val="000000"/>
                    </a:solidFill>
                    <a:latin typeface="Aptos Narrow"/>
                  </a:defRPr>
                </a:pPr>
                <a:r>
                  <a:rPr lang="en-US" sz="1000" b="1" strike="noStrike" spc="-1">
                    <a:solidFill>
                      <a:srgbClr val="000000"/>
                    </a:solidFill>
                    <a:latin typeface="Aptos Narrow"/>
                  </a:rPr>
                  <a:t>Total Revenue ($)</a:t>
                </a:r>
              </a:p>
            </c:rich>
          </c:tx>
          <c:overlay val="0"/>
          <c:spPr>
            <a:noFill/>
            <a:ln w="0">
              <a:noFill/>
            </a:ln>
          </c:spPr>
        </c:title>
        <c:numFmt formatCode="General" sourceLinked="1"/>
        <c:majorTickMark val="none"/>
        <c:minorTickMark val="none"/>
        <c:tickLblPos val="nextTo"/>
        <c:spPr>
          <a:ln w="12600">
            <a:solidFill>
              <a:srgbClr val="8B8B8B"/>
            </a:solidFill>
            <a:round/>
          </a:ln>
        </c:spPr>
        <c:txPr>
          <a:bodyPr/>
          <a:lstStyle/>
          <a:p>
            <a:pPr>
              <a:defRPr sz="1000" b="0" strike="noStrike" spc="-1">
                <a:solidFill>
                  <a:srgbClr val="000000"/>
                </a:solidFill>
                <a:latin typeface="Aptos Narrow"/>
              </a:defRPr>
            </a:pPr>
            <a:endParaRPr lang="en-US"/>
          </a:p>
        </c:txPr>
        <c:crossAx val="85710457"/>
        <c:crosses val="autoZero"/>
        <c:auto val="1"/>
        <c:lblAlgn val="ctr"/>
        <c:lblOffset val="100"/>
        <c:noMultiLvlLbl val="0"/>
      </c:catAx>
      <c:valAx>
        <c:axId val="85710457"/>
        <c:scaling>
          <c:orientation val="minMax"/>
        </c:scaling>
        <c:delete val="0"/>
        <c:axPos val="t"/>
        <c:majorGridlines>
          <c:spPr>
            <a:ln w="12600">
              <a:solidFill>
                <a:srgbClr val="8B8B8B"/>
              </a:solidFill>
              <a:round/>
            </a:ln>
          </c:spPr>
        </c:majorGridlines>
        <c:title>
          <c:tx>
            <c:rich>
              <a:bodyPr rot="0"/>
              <a:lstStyle/>
              <a:p>
                <a:pPr>
                  <a:defRPr sz="1000" b="1" strike="noStrike" spc="-1">
                    <a:solidFill>
                      <a:srgbClr val="000000"/>
                    </a:solidFill>
                    <a:latin typeface="Aptos Narrow"/>
                  </a:defRPr>
                </a:pPr>
                <a:r>
                  <a:rPr lang="en-US" sz="1000" b="1" strike="noStrike" spc="-1">
                    <a:solidFill>
                      <a:srgbClr val="000000"/>
                    </a:solidFill>
                    <a:latin typeface="Aptos Narrow"/>
                  </a:rPr>
                  <a:t>Store Location</a:t>
                </a:r>
              </a:p>
            </c:rich>
          </c:tx>
          <c:overlay val="0"/>
          <c:spPr>
            <a:noFill/>
            <a:ln w="0">
              <a:noFill/>
            </a:ln>
          </c:spPr>
        </c:title>
        <c:numFmt formatCode="\$#,##0.00" sourceLinked="1"/>
        <c:majorTickMark val="none"/>
        <c:minorTickMark val="none"/>
        <c:tickLblPos val="nextTo"/>
        <c:spPr>
          <a:ln w="12600">
            <a:solidFill>
              <a:srgbClr val="8B8B8B"/>
            </a:solidFill>
            <a:round/>
          </a:ln>
        </c:spPr>
        <c:txPr>
          <a:bodyPr/>
          <a:lstStyle/>
          <a:p>
            <a:pPr>
              <a:defRPr sz="1000" b="0" strike="noStrike" spc="-1">
                <a:solidFill>
                  <a:srgbClr val="000000"/>
                </a:solidFill>
                <a:latin typeface="Aptos Narrow"/>
              </a:defRPr>
            </a:pPr>
            <a:endParaRPr lang="en-US"/>
          </a:p>
        </c:txPr>
        <c:crossAx val="5521628"/>
        <c:crosses val="autoZero"/>
        <c:crossBetween val="between"/>
      </c:valAx>
      <c:spPr>
        <a:noFill/>
        <a:ln w="0">
          <a:noFill/>
        </a:ln>
      </c:spPr>
    </c:plotArea>
    <c:legend>
      <c:legendPos val="r"/>
      <c:overlay val="0"/>
      <c:spPr>
        <a:noFill/>
        <a:ln w="0">
          <a:noFill/>
        </a:ln>
      </c:spPr>
      <c:txPr>
        <a:bodyPr/>
        <a:lstStyle/>
        <a:p>
          <a:pPr>
            <a:defRPr sz="1000" b="0" strike="noStrike" spc="-1">
              <a:solidFill>
                <a:srgbClr val="000000"/>
              </a:solidFill>
              <a:latin typeface="Aptos Narrow"/>
            </a:defRPr>
          </a:pPr>
          <a:endParaRPr lang="en-US"/>
        </a:p>
      </c:txPr>
    </c:legend>
    <c:plotVisOnly val="1"/>
    <c:dispBlanksAs val="gap"/>
    <c:showDLblsOverMax val="1"/>
  </c:chart>
  <c:spPr>
    <a:solidFill>
      <a:srgbClr val="FFFFFF"/>
    </a:solidFill>
    <a:ln w="9360">
      <a:solidFill>
        <a:srgbClr val="D9D9D9"/>
      </a:solidFill>
      <a:round/>
    </a:ln>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047056-A4A4-49C6-B53A-A3B5AD2C9E0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56B0B6-1521-4655-A849-832BDEEDBB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A7818-9FD1-4A4A-BBB8-A8F7A885158A}" type="datetimeFigureOut">
              <a:rPr lang="en-US" smtClean="0"/>
              <a:t>5/1/2026</a:t>
            </a:fld>
            <a:endParaRPr lang="en-US" dirty="0"/>
          </a:p>
        </p:txBody>
      </p:sp>
      <p:sp>
        <p:nvSpPr>
          <p:cNvPr id="4" name="Footer Placeholder 3">
            <a:extLst>
              <a:ext uri="{FF2B5EF4-FFF2-40B4-BE49-F238E27FC236}">
                <a16:creationId xmlns:a16="http://schemas.microsoft.com/office/drawing/2014/main" id="{476D0097-1060-4E43-8794-A93E30064A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29457E5-A2BA-4F1E-ACE4-06A1C8C83D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B95B5C-AE81-486B-8299-C690ADF087B7}" type="slidenum">
              <a:rPr lang="en-US" smtClean="0"/>
              <a:t>‹#›</a:t>
            </a:fld>
            <a:endParaRPr lang="en-US" dirty="0"/>
          </a:p>
        </p:txBody>
      </p:sp>
    </p:spTree>
    <p:extLst>
      <p:ext uri="{BB962C8B-B14F-4D97-AF65-F5344CB8AC3E}">
        <p14:creationId xmlns:p14="http://schemas.microsoft.com/office/powerpoint/2010/main" val="1496322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068347-4327-4298-850E-31E39F309FB1}" type="datetimeFigureOut">
              <a:rPr lang="en-US" smtClean="0"/>
              <a:t>5/1/2026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22D2F8-28A7-48E8-ADD3-E9583D47D83D}" type="slidenum">
              <a:rPr lang="en-US" smtClean="0"/>
              <a:t>‹#›</a:t>
            </a:fld>
            <a:endParaRPr lang="en-US" dirty="0"/>
          </a:p>
        </p:txBody>
      </p:sp>
    </p:spTree>
    <p:extLst>
      <p:ext uri="{BB962C8B-B14F-4D97-AF65-F5344CB8AC3E}">
        <p14:creationId xmlns:p14="http://schemas.microsoft.com/office/powerpoint/2010/main" val="1317918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22D2F8-28A7-48E8-ADD3-E9583D47D83D}" type="slidenum">
              <a:rPr lang="en-US" smtClean="0"/>
              <a:t>3</a:t>
            </a:fld>
            <a:endParaRPr lang="en-US" dirty="0"/>
          </a:p>
        </p:txBody>
      </p:sp>
    </p:spTree>
    <p:extLst>
      <p:ext uri="{BB962C8B-B14F-4D97-AF65-F5344CB8AC3E}">
        <p14:creationId xmlns:p14="http://schemas.microsoft.com/office/powerpoint/2010/main" val="1849581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D6651-B145-F4BF-6678-654296A7A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D17BF-13DB-2F9A-AE06-07BFF22F6D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4BDF1-2BAE-C6B4-EF30-9F41DC6303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9DC10F-EB77-3D02-A833-8E19BAC216A6}"/>
              </a:ext>
            </a:extLst>
          </p:cNvPr>
          <p:cNvSpPr>
            <a:spLocks noGrp="1"/>
          </p:cNvSpPr>
          <p:nvPr>
            <p:ph type="sldNum" sz="quarter" idx="5"/>
          </p:nvPr>
        </p:nvSpPr>
        <p:spPr/>
        <p:txBody>
          <a:bodyPr/>
          <a:lstStyle/>
          <a:p>
            <a:fld id="{6922D2F8-28A7-48E8-ADD3-E9583D47D83D}" type="slidenum">
              <a:rPr lang="en-US" smtClean="0"/>
              <a:t>4</a:t>
            </a:fld>
            <a:endParaRPr lang="en-US" dirty="0"/>
          </a:p>
        </p:txBody>
      </p:sp>
    </p:spTree>
    <p:extLst>
      <p:ext uri="{BB962C8B-B14F-4D97-AF65-F5344CB8AC3E}">
        <p14:creationId xmlns:p14="http://schemas.microsoft.com/office/powerpoint/2010/main" val="840342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22D2F8-28A7-48E8-ADD3-E9583D47D83D}" type="slidenum">
              <a:rPr lang="en-US" smtClean="0"/>
              <a:t>11</a:t>
            </a:fld>
            <a:endParaRPr lang="en-US" dirty="0"/>
          </a:p>
        </p:txBody>
      </p:sp>
    </p:spTree>
    <p:extLst>
      <p:ext uri="{BB962C8B-B14F-4D97-AF65-F5344CB8AC3E}">
        <p14:creationId xmlns:p14="http://schemas.microsoft.com/office/powerpoint/2010/main" val="4232432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C7F6B47B-FE57-44F5-B5A8-26DF978ABF2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F9444BC-BA6E-47AE-9F54-D7B7A498323F}"/>
              </a:ext>
            </a:extLst>
          </p:cNvPr>
          <p:cNvSpPr>
            <a:spLocks noGrp="1"/>
          </p:cNvSpPr>
          <p:nvPr>
            <p:ph type="title" hasCustomPrompt="1"/>
          </p:nvPr>
        </p:nvSpPr>
        <p:spPr>
          <a:xfrm>
            <a:off x="825674" y="1327759"/>
            <a:ext cx="4989628" cy="1929505"/>
          </a:xfrm>
          <a:prstGeom prst="rect">
            <a:avLst/>
          </a:prstGeom>
        </p:spPr>
        <p:txBody>
          <a:bodyPr anchor="b"/>
          <a:lstStyle>
            <a:lvl1pPr>
              <a:defRPr sz="4800" cap="all" spc="400" baseline="0">
                <a:solidFill>
                  <a:schemeClr val="accent6"/>
                </a:solidFill>
              </a:defRPr>
            </a:lvl1pPr>
          </a:lstStyle>
          <a:p>
            <a:r>
              <a:rPr lang="en-US" dirty="0"/>
              <a:t>Click to add title</a:t>
            </a:r>
          </a:p>
        </p:txBody>
      </p:sp>
      <p:sp>
        <p:nvSpPr>
          <p:cNvPr id="14" name="Text Placeholder 13">
            <a:extLst>
              <a:ext uri="{FF2B5EF4-FFF2-40B4-BE49-F238E27FC236}">
                <a16:creationId xmlns:a16="http://schemas.microsoft.com/office/drawing/2014/main" id="{36ACD8B9-402D-4E40-BE1F-410604448141}"/>
              </a:ext>
            </a:extLst>
          </p:cNvPr>
          <p:cNvSpPr>
            <a:spLocks noGrp="1"/>
          </p:cNvSpPr>
          <p:nvPr>
            <p:ph type="body" sz="quarter" idx="12" hasCustomPrompt="1"/>
          </p:nvPr>
        </p:nvSpPr>
        <p:spPr>
          <a:xfrm>
            <a:off x="838934" y="3257264"/>
            <a:ext cx="4989628" cy="816022"/>
          </a:xfrm>
          <a:prstGeom prst="rect">
            <a:avLst/>
          </a:prstGeom>
        </p:spPr>
        <p:txBody>
          <a:bodyPr>
            <a:normAutofit/>
          </a:bodyPr>
          <a:lstStyle>
            <a:lvl1pPr marL="0" indent="0" algn="l">
              <a:buNone/>
              <a:defRPr sz="1800" i="0">
                <a:solidFill>
                  <a:schemeClr val="bg1"/>
                </a:solidFill>
              </a:defRPr>
            </a:lvl1pPr>
          </a:lstStyle>
          <a:p>
            <a:pPr lvl="0"/>
            <a:r>
              <a:rPr lang="en-US" dirty="0"/>
              <a:t>Click to add subtitle</a:t>
            </a:r>
          </a:p>
        </p:txBody>
      </p:sp>
    </p:spTree>
    <p:extLst>
      <p:ext uri="{BB962C8B-B14F-4D97-AF65-F5344CB8AC3E}">
        <p14:creationId xmlns:p14="http://schemas.microsoft.com/office/powerpoint/2010/main" val="3408032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pic>
        <p:nvPicPr>
          <p:cNvPr id="37" name="Graphic 36">
            <a:extLst>
              <a:ext uri="{FF2B5EF4-FFF2-40B4-BE49-F238E27FC236}">
                <a16:creationId xmlns:a16="http://schemas.microsoft.com/office/drawing/2014/main" id="{65AAE033-7EA4-4A87-A126-29FE4276451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1" name="Oval 30">
            <a:extLst>
              <a:ext uri="{FF2B5EF4-FFF2-40B4-BE49-F238E27FC236}">
                <a16:creationId xmlns:a16="http://schemas.microsoft.com/office/drawing/2014/main" id="{A5F6FE17-A48F-4A3E-8719-1DE83CD6B4C5}"/>
              </a:ext>
              <a:ext uri="{C183D7F6-B498-43B3-948B-1728B52AA6E4}">
                <adec:decorative xmlns:adec="http://schemas.microsoft.com/office/drawing/2017/decorative" val="1"/>
              </a:ext>
            </a:extLst>
          </p:cNvPr>
          <p:cNvSpPr/>
          <p:nvPr userDrawn="1"/>
        </p:nvSpPr>
        <p:spPr>
          <a:xfrm>
            <a:off x="7462048" y="1199853"/>
            <a:ext cx="3929901" cy="3929901"/>
          </a:xfrm>
          <a:prstGeom prst="ellips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FF73882-4B79-419D-89EE-4B7CED18D9E2}"/>
              </a:ext>
            </a:extLst>
          </p:cNvPr>
          <p:cNvSpPr>
            <a:spLocks noGrp="1"/>
          </p:cNvSpPr>
          <p:nvPr>
            <p:ph type="title" hasCustomPrompt="1"/>
          </p:nvPr>
        </p:nvSpPr>
        <p:spPr>
          <a:xfrm>
            <a:off x="1021623" y="2210810"/>
            <a:ext cx="4579970" cy="538038"/>
          </a:xfrm>
          <a:prstGeom prst="rect">
            <a:avLst/>
          </a:prstGeom>
        </p:spPr>
        <p:txBody>
          <a:bodyPr/>
          <a:lstStyle>
            <a:lvl1pPr>
              <a:defRPr sz="2800" cap="all" spc="400" baseline="0">
                <a:solidFill>
                  <a:schemeClr val="accent6"/>
                </a:solidFill>
              </a:defRPr>
            </a:lvl1pPr>
          </a:lstStyle>
          <a:p>
            <a:r>
              <a:rPr lang="en-US" dirty="0"/>
              <a:t>Click to add title</a:t>
            </a:r>
          </a:p>
        </p:txBody>
      </p:sp>
      <p:sp>
        <p:nvSpPr>
          <p:cNvPr id="26" name="Text Placeholder 25">
            <a:extLst>
              <a:ext uri="{FF2B5EF4-FFF2-40B4-BE49-F238E27FC236}">
                <a16:creationId xmlns:a16="http://schemas.microsoft.com/office/drawing/2014/main" id="{EF50E1F4-245D-4104-AFDB-25D35D7C5C07}"/>
              </a:ext>
            </a:extLst>
          </p:cNvPr>
          <p:cNvSpPr>
            <a:spLocks noGrp="1"/>
          </p:cNvSpPr>
          <p:nvPr>
            <p:ph type="body" sz="quarter" idx="12" hasCustomPrompt="1"/>
          </p:nvPr>
        </p:nvSpPr>
        <p:spPr>
          <a:xfrm>
            <a:off x="1034661" y="2747550"/>
            <a:ext cx="5309918" cy="2872039"/>
          </a:xfrm>
          <a:prstGeom prst="rect">
            <a:avLst/>
          </a:prstGeom>
        </p:spPr>
        <p:txBody>
          <a:bodyPr/>
          <a:lstStyle>
            <a:lvl1pPr marL="0" indent="0" algn="l">
              <a:lnSpc>
                <a:spcPct val="150000"/>
              </a:lnSpc>
              <a:spcBef>
                <a:spcPts val="0"/>
              </a:spcBef>
              <a:buNone/>
              <a:defRPr sz="1600">
                <a:solidFill>
                  <a:schemeClr val="bg1"/>
                </a:solidFill>
              </a:defRPr>
            </a:lvl1pPr>
          </a:lstStyle>
          <a:p>
            <a:pPr lvl="0"/>
            <a:r>
              <a:rPr lang="en-US" dirty="0"/>
              <a:t>Click to add text</a:t>
            </a:r>
          </a:p>
        </p:txBody>
      </p:sp>
      <p:sp>
        <p:nvSpPr>
          <p:cNvPr id="30" name="Picture Placeholder 29">
            <a:extLst>
              <a:ext uri="{FF2B5EF4-FFF2-40B4-BE49-F238E27FC236}">
                <a16:creationId xmlns:a16="http://schemas.microsoft.com/office/drawing/2014/main" id="{73A2FF74-415E-49BB-B2ED-E04C7B50BDE2}"/>
              </a:ext>
            </a:extLst>
          </p:cNvPr>
          <p:cNvSpPr>
            <a:spLocks noGrp="1"/>
          </p:cNvSpPr>
          <p:nvPr>
            <p:ph type="pic" sz="quarter" idx="13" hasCustomPrompt="1"/>
          </p:nvPr>
        </p:nvSpPr>
        <p:spPr>
          <a:xfrm>
            <a:off x="7663453" y="1433033"/>
            <a:ext cx="3527091" cy="3463540"/>
          </a:xfrm>
          <a:prstGeom prst="ellipse">
            <a:avLst/>
          </a:prstGeom>
        </p:spPr>
        <p:txBody>
          <a:bodyPr/>
          <a:lstStyle>
            <a:lvl1pPr marL="0" indent="0" algn="ctr">
              <a:buFont typeface="+mj-lt"/>
              <a:buNone/>
              <a:defRPr>
                <a:solidFill>
                  <a:schemeClr val="bg1"/>
                </a:solidFill>
              </a:defRPr>
            </a:lvl1pPr>
          </a:lstStyle>
          <a:p>
            <a:r>
              <a:rPr lang="en-US" dirty="0"/>
              <a:t>Click to add photo</a:t>
            </a:r>
          </a:p>
        </p:txBody>
      </p:sp>
      <p:sp>
        <p:nvSpPr>
          <p:cNvPr id="20" name="Footer Placeholder 15">
            <a:extLst>
              <a:ext uri="{FF2B5EF4-FFF2-40B4-BE49-F238E27FC236}">
                <a16:creationId xmlns:a16="http://schemas.microsoft.com/office/drawing/2014/main" id="{1847553A-14C8-45EB-88C7-05CE63B7E34D}"/>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E7FABA93-7D08-4CFE-B3A8-D44B1A0F365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FBD26C03-0B97-464A-A39C-A1F339DBAC8B}"/>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2260922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C80EFA4-265B-48D2-AE72-8585EEED648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C648289-A550-4F4F-96C8-3D82FCE94245}"/>
              </a:ext>
            </a:extLst>
          </p:cNvPr>
          <p:cNvSpPr>
            <a:spLocks noGrp="1"/>
          </p:cNvSpPr>
          <p:nvPr>
            <p:ph type="title" hasCustomPrompt="1"/>
          </p:nvPr>
        </p:nvSpPr>
        <p:spPr>
          <a:xfrm>
            <a:off x="4187069" y="695093"/>
            <a:ext cx="4919354" cy="667498"/>
          </a:xfrm>
          <a:prstGeom prst="rect">
            <a:avLst/>
          </a:prstGeom>
        </p:spPr>
        <p:txBody>
          <a:bodyPr/>
          <a:lstStyle>
            <a:lvl1pPr>
              <a:defRPr sz="2800" cap="all" spc="400" baseline="0">
                <a:solidFill>
                  <a:schemeClr val="bg1"/>
                </a:solidFill>
              </a:defRPr>
            </a:lvl1pPr>
          </a:lstStyle>
          <a:p>
            <a:r>
              <a:rPr lang="en-US" dirty="0"/>
              <a:t>Click to add title</a:t>
            </a:r>
          </a:p>
        </p:txBody>
      </p:sp>
      <p:sp>
        <p:nvSpPr>
          <p:cNvPr id="26" name="Text Placeholder 14">
            <a:extLst>
              <a:ext uri="{FF2B5EF4-FFF2-40B4-BE49-F238E27FC236}">
                <a16:creationId xmlns:a16="http://schemas.microsoft.com/office/drawing/2014/main" id="{33EEFC4F-DE64-450E-9DD5-65D08E123C22}"/>
              </a:ext>
            </a:extLst>
          </p:cNvPr>
          <p:cNvSpPr>
            <a:spLocks noGrp="1"/>
          </p:cNvSpPr>
          <p:nvPr>
            <p:ph type="body" sz="quarter" idx="22" hasCustomPrompt="1"/>
          </p:nvPr>
        </p:nvSpPr>
        <p:spPr>
          <a:xfrm>
            <a:off x="4199594" y="1873815"/>
            <a:ext cx="2556579"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18" name="Text Placeholder 14">
            <a:extLst>
              <a:ext uri="{FF2B5EF4-FFF2-40B4-BE49-F238E27FC236}">
                <a16:creationId xmlns:a16="http://schemas.microsoft.com/office/drawing/2014/main" id="{38C58F5B-7BA2-42E8-B66A-4561678ADDC4}"/>
              </a:ext>
            </a:extLst>
          </p:cNvPr>
          <p:cNvSpPr>
            <a:spLocks noGrp="1"/>
          </p:cNvSpPr>
          <p:nvPr>
            <p:ph type="body" sz="quarter" idx="15" hasCustomPrompt="1"/>
          </p:nvPr>
        </p:nvSpPr>
        <p:spPr>
          <a:xfrm>
            <a:off x="4199595" y="2178444"/>
            <a:ext cx="2556579" cy="1328236"/>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5" name="Text Placeholder 14">
            <a:extLst>
              <a:ext uri="{FF2B5EF4-FFF2-40B4-BE49-F238E27FC236}">
                <a16:creationId xmlns:a16="http://schemas.microsoft.com/office/drawing/2014/main" id="{66743AAE-DD8A-4954-B033-100DF6D97554}"/>
              </a:ext>
            </a:extLst>
          </p:cNvPr>
          <p:cNvSpPr>
            <a:spLocks noGrp="1"/>
          </p:cNvSpPr>
          <p:nvPr>
            <p:ph type="body" sz="quarter" idx="12" hasCustomPrompt="1"/>
          </p:nvPr>
        </p:nvSpPr>
        <p:spPr>
          <a:xfrm>
            <a:off x="7538997" y="1873815"/>
            <a:ext cx="2556578"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16" name="Text Placeholder 14">
            <a:extLst>
              <a:ext uri="{FF2B5EF4-FFF2-40B4-BE49-F238E27FC236}">
                <a16:creationId xmlns:a16="http://schemas.microsoft.com/office/drawing/2014/main" id="{B7B5D3C5-66A2-486B-9B1D-A7075D150C27}"/>
              </a:ext>
            </a:extLst>
          </p:cNvPr>
          <p:cNvSpPr>
            <a:spLocks noGrp="1"/>
          </p:cNvSpPr>
          <p:nvPr>
            <p:ph type="body" sz="quarter" idx="13" hasCustomPrompt="1"/>
          </p:nvPr>
        </p:nvSpPr>
        <p:spPr>
          <a:xfrm>
            <a:off x="7538997" y="2178444"/>
            <a:ext cx="2556578" cy="1291081"/>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0" name="Text Placeholder 14">
            <a:extLst>
              <a:ext uri="{FF2B5EF4-FFF2-40B4-BE49-F238E27FC236}">
                <a16:creationId xmlns:a16="http://schemas.microsoft.com/office/drawing/2014/main" id="{AD063EDB-47FD-44F8-9344-12CBC2AE0B77}"/>
              </a:ext>
            </a:extLst>
          </p:cNvPr>
          <p:cNvSpPr>
            <a:spLocks noGrp="1"/>
          </p:cNvSpPr>
          <p:nvPr>
            <p:ph type="body" sz="quarter" idx="24" hasCustomPrompt="1"/>
          </p:nvPr>
        </p:nvSpPr>
        <p:spPr>
          <a:xfrm>
            <a:off x="4199595" y="4071261"/>
            <a:ext cx="2556577"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22" name="Text Placeholder 14">
            <a:extLst>
              <a:ext uri="{FF2B5EF4-FFF2-40B4-BE49-F238E27FC236}">
                <a16:creationId xmlns:a16="http://schemas.microsoft.com/office/drawing/2014/main" id="{94586DE3-CDE9-4337-A49D-C1031595E36F}"/>
              </a:ext>
            </a:extLst>
          </p:cNvPr>
          <p:cNvSpPr>
            <a:spLocks noGrp="1"/>
          </p:cNvSpPr>
          <p:nvPr>
            <p:ph type="body" sz="quarter" idx="19" hasCustomPrompt="1"/>
          </p:nvPr>
        </p:nvSpPr>
        <p:spPr>
          <a:xfrm>
            <a:off x="4199596" y="4383943"/>
            <a:ext cx="2556577" cy="1328236"/>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9" name="Text Placeholder 14">
            <a:extLst>
              <a:ext uri="{FF2B5EF4-FFF2-40B4-BE49-F238E27FC236}">
                <a16:creationId xmlns:a16="http://schemas.microsoft.com/office/drawing/2014/main" id="{64F0745D-06FC-4840-B9DF-3176DEDA6F67}"/>
              </a:ext>
            </a:extLst>
          </p:cNvPr>
          <p:cNvSpPr>
            <a:spLocks noGrp="1"/>
          </p:cNvSpPr>
          <p:nvPr>
            <p:ph type="body" sz="quarter" idx="23" hasCustomPrompt="1"/>
          </p:nvPr>
        </p:nvSpPr>
        <p:spPr>
          <a:xfrm>
            <a:off x="7538997" y="4071261"/>
            <a:ext cx="2556578"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20" name="Text Placeholder 14">
            <a:extLst>
              <a:ext uri="{FF2B5EF4-FFF2-40B4-BE49-F238E27FC236}">
                <a16:creationId xmlns:a16="http://schemas.microsoft.com/office/drawing/2014/main" id="{F29A1EC1-1F01-46ED-BF67-15FE9E12068C}"/>
              </a:ext>
            </a:extLst>
          </p:cNvPr>
          <p:cNvSpPr>
            <a:spLocks noGrp="1"/>
          </p:cNvSpPr>
          <p:nvPr>
            <p:ph type="body" sz="quarter" idx="17" hasCustomPrompt="1"/>
          </p:nvPr>
        </p:nvSpPr>
        <p:spPr>
          <a:xfrm>
            <a:off x="7538997" y="4375890"/>
            <a:ext cx="2556578" cy="1291081"/>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41" name="Footer Placeholder 15">
            <a:extLst>
              <a:ext uri="{FF2B5EF4-FFF2-40B4-BE49-F238E27FC236}">
                <a16:creationId xmlns:a16="http://schemas.microsoft.com/office/drawing/2014/main" id="{B2A74AF7-DFFE-4795-8CF0-8C90F6C3E5D7}"/>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42" name="Slide Number Placeholder 16">
            <a:extLst>
              <a:ext uri="{FF2B5EF4-FFF2-40B4-BE49-F238E27FC236}">
                <a16:creationId xmlns:a16="http://schemas.microsoft.com/office/drawing/2014/main" id="{13F4D90B-645E-4CFF-8AA0-91C269845FB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43" name="Date Placeholder 14">
            <a:extLst>
              <a:ext uri="{FF2B5EF4-FFF2-40B4-BE49-F238E27FC236}">
                <a16:creationId xmlns:a16="http://schemas.microsoft.com/office/drawing/2014/main" id="{21EA3114-5B31-47ED-9AB6-EE59E580379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2074144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6D81B66-9FC1-4E48-808B-98B1726D470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11" name="Title 10">
            <a:extLst>
              <a:ext uri="{FF2B5EF4-FFF2-40B4-BE49-F238E27FC236}">
                <a16:creationId xmlns:a16="http://schemas.microsoft.com/office/drawing/2014/main" id="{747F51C0-908A-420C-B5BC-5685D0E95231}"/>
              </a:ext>
            </a:extLst>
          </p:cNvPr>
          <p:cNvSpPr>
            <a:spLocks noGrp="1"/>
          </p:cNvSpPr>
          <p:nvPr>
            <p:ph type="title" hasCustomPrompt="1"/>
          </p:nvPr>
        </p:nvSpPr>
        <p:spPr>
          <a:xfrm>
            <a:off x="3509716" y="1823625"/>
            <a:ext cx="4719884" cy="580030"/>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26" name="Text Placeholder 14">
            <a:extLst>
              <a:ext uri="{FF2B5EF4-FFF2-40B4-BE49-F238E27FC236}">
                <a16:creationId xmlns:a16="http://schemas.microsoft.com/office/drawing/2014/main" id="{4F835D01-B0D4-49D8-B947-C2062305C5C5}"/>
              </a:ext>
            </a:extLst>
          </p:cNvPr>
          <p:cNvSpPr>
            <a:spLocks noGrp="1"/>
          </p:cNvSpPr>
          <p:nvPr>
            <p:ph type="body" sz="quarter" idx="12" hasCustomPrompt="1"/>
          </p:nvPr>
        </p:nvSpPr>
        <p:spPr>
          <a:xfrm>
            <a:off x="379005" y="4230943"/>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27" name="Text Placeholder 14">
            <a:extLst>
              <a:ext uri="{FF2B5EF4-FFF2-40B4-BE49-F238E27FC236}">
                <a16:creationId xmlns:a16="http://schemas.microsoft.com/office/drawing/2014/main" id="{0B4ACDBA-7606-44B8-B1E1-C4750F89525F}"/>
              </a:ext>
            </a:extLst>
          </p:cNvPr>
          <p:cNvSpPr>
            <a:spLocks noGrp="1"/>
          </p:cNvSpPr>
          <p:nvPr>
            <p:ph type="body" sz="quarter" idx="13" hasCustomPrompt="1"/>
          </p:nvPr>
        </p:nvSpPr>
        <p:spPr>
          <a:xfrm>
            <a:off x="379005" y="4546458"/>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2" name="Text Placeholder 14">
            <a:extLst>
              <a:ext uri="{FF2B5EF4-FFF2-40B4-BE49-F238E27FC236}">
                <a16:creationId xmlns:a16="http://schemas.microsoft.com/office/drawing/2014/main" id="{D24600D7-8A94-406B-9274-351140BE27DC}"/>
              </a:ext>
            </a:extLst>
          </p:cNvPr>
          <p:cNvSpPr>
            <a:spLocks noGrp="1"/>
          </p:cNvSpPr>
          <p:nvPr>
            <p:ph type="body" sz="quarter" idx="22" hasCustomPrompt="1"/>
          </p:nvPr>
        </p:nvSpPr>
        <p:spPr>
          <a:xfrm>
            <a:off x="3237502" y="4234631"/>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28" name="Text Placeholder 14">
            <a:extLst>
              <a:ext uri="{FF2B5EF4-FFF2-40B4-BE49-F238E27FC236}">
                <a16:creationId xmlns:a16="http://schemas.microsoft.com/office/drawing/2014/main" id="{5FE6844F-9BC3-4E56-82B1-0B53BE292BA0}"/>
              </a:ext>
            </a:extLst>
          </p:cNvPr>
          <p:cNvSpPr>
            <a:spLocks noGrp="1"/>
          </p:cNvSpPr>
          <p:nvPr>
            <p:ph type="body" sz="quarter" idx="15" hasCustomPrompt="1"/>
          </p:nvPr>
        </p:nvSpPr>
        <p:spPr>
          <a:xfrm>
            <a:off x="3237503" y="4550146"/>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3" name="Text Placeholder 14">
            <a:extLst>
              <a:ext uri="{FF2B5EF4-FFF2-40B4-BE49-F238E27FC236}">
                <a16:creationId xmlns:a16="http://schemas.microsoft.com/office/drawing/2014/main" id="{105C7AE2-E0F2-4EA9-B804-774B125FB0DF}"/>
              </a:ext>
            </a:extLst>
          </p:cNvPr>
          <p:cNvSpPr>
            <a:spLocks noGrp="1"/>
          </p:cNvSpPr>
          <p:nvPr>
            <p:ph type="body" sz="quarter" idx="23" hasCustomPrompt="1"/>
          </p:nvPr>
        </p:nvSpPr>
        <p:spPr>
          <a:xfrm>
            <a:off x="6096000" y="4218499"/>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29" name="Text Placeholder 14">
            <a:extLst>
              <a:ext uri="{FF2B5EF4-FFF2-40B4-BE49-F238E27FC236}">
                <a16:creationId xmlns:a16="http://schemas.microsoft.com/office/drawing/2014/main" id="{4B70930A-D98B-43B3-BC32-B48D9D7F06B3}"/>
              </a:ext>
            </a:extLst>
          </p:cNvPr>
          <p:cNvSpPr>
            <a:spLocks noGrp="1"/>
          </p:cNvSpPr>
          <p:nvPr>
            <p:ph type="body" sz="quarter" idx="17" hasCustomPrompt="1"/>
          </p:nvPr>
        </p:nvSpPr>
        <p:spPr>
          <a:xfrm>
            <a:off x="6096000" y="4534014"/>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4" name="Text Placeholder 14">
            <a:extLst>
              <a:ext uri="{FF2B5EF4-FFF2-40B4-BE49-F238E27FC236}">
                <a16:creationId xmlns:a16="http://schemas.microsoft.com/office/drawing/2014/main" id="{500DE4BC-2A21-4C62-8F5C-AFE1D0AEDFBE}"/>
              </a:ext>
            </a:extLst>
          </p:cNvPr>
          <p:cNvSpPr>
            <a:spLocks noGrp="1"/>
          </p:cNvSpPr>
          <p:nvPr>
            <p:ph type="body" sz="quarter" idx="24" hasCustomPrompt="1"/>
          </p:nvPr>
        </p:nvSpPr>
        <p:spPr>
          <a:xfrm>
            <a:off x="8946967" y="4218499"/>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30" name="Text Placeholder 14">
            <a:extLst>
              <a:ext uri="{FF2B5EF4-FFF2-40B4-BE49-F238E27FC236}">
                <a16:creationId xmlns:a16="http://schemas.microsoft.com/office/drawing/2014/main" id="{0EEFD44C-4B64-4246-BC04-76812ED5E09E}"/>
              </a:ext>
            </a:extLst>
          </p:cNvPr>
          <p:cNvSpPr>
            <a:spLocks noGrp="1"/>
          </p:cNvSpPr>
          <p:nvPr>
            <p:ph type="body" sz="quarter" idx="19" hasCustomPrompt="1"/>
          </p:nvPr>
        </p:nvSpPr>
        <p:spPr>
          <a:xfrm>
            <a:off x="8946967" y="4534014"/>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0" name="Footer Placeholder 15">
            <a:extLst>
              <a:ext uri="{FF2B5EF4-FFF2-40B4-BE49-F238E27FC236}">
                <a16:creationId xmlns:a16="http://schemas.microsoft.com/office/drawing/2014/main" id="{AB492A3E-766F-42FE-A5F7-88807B595947}"/>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784AE79C-95F2-4A84-B62A-95B076FB0218}"/>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1C2E5CE3-E252-4255-BF5E-8B4F1F3A1635}"/>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
        <p:nvSpPr>
          <p:cNvPr id="14" name="Picture Placeholder 13">
            <a:extLst>
              <a:ext uri="{FF2B5EF4-FFF2-40B4-BE49-F238E27FC236}">
                <a16:creationId xmlns:a16="http://schemas.microsoft.com/office/drawing/2014/main" id="{45E5C588-A831-4EB3-BFDF-78002F7D5507}"/>
              </a:ext>
            </a:extLst>
          </p:cNvPr>
          <p:cNvSpPr>
            <a:spLocks noGrp="1"/>
          </p:cNvSpPr>
          <p:nvPr>
            <p:ph type="pic" sz="quarter" idx="25"/>
          </p:nvPr>
        </p:nvSpPr>
        <p:spPr>
          <a:xfrm>
            <a:off x="1408479" y="3330145"/>
            <a:ext cx="603504" cy="603504"/>
          </a:xfrm>
          <a:prstGeom prst="rect">
            <a:avLst/>
          </a:prstGeom>
        </p:spPr>
        <p:txBody>
          <a:bodyPr/>
          <a:lstStyle>
            <a:lvl1pPr marL="0" indent="0">
              <a:buNone/>
              <a:defRPr sz="1000">
                <a:solidFill>
                  <a:schemeClr val="bg1"/>
                </a:solidFill>
              </a:defRPr>
            </a:lvl1pPr>
          </a:lstStyle>
          <a:p>
            <a:r>
              <a:rPr lang="en-US"/>
              <a:t>Click icon to add picture</a:t>
            </a:r>
            <a:endParaRPr lang="en-US" dirty="0"/>
          </a:p>
        </p:txBody>
      </p:sp>
      <p:sp>
        <p:nvSpPr>
          <p:cNvPr id="36" name="Picture Placeholder 13">
            <a:extLst>
              <a:ext uri="{FF2B5EF4-FFF2-40B4-BE49-F238E27FC236}">
                <a16:creationId xmlns:a16="http://schemas.microsoft.com/office/drawing/2014/main" id="{AD31BE3F-B09E-4BCC-947F-3D4DB153E354}"/>
              </a:ext>
            </a:extLst>
          </p:cNvPr>
          <p:cNvSpPr>
            <a:spLocks noGrp="1"/>
          </p:cNvSpPr>
          <p:nvPr>
            <p:ph type="pic" sz="quarter" idx="26"/>
          </p:nvPr>
        </p:nvSpPr>
        <p:spPr>
          <a:xfrm>
            <a:off x="4266976" y="3330145"/>
            <a:ext cx="603504" cy="603504"/>
          </a:xfrm>
          <a:prstGeom prst="rect">
            <a:avLst/>
          </a:prstGeom>
        </p:spPr>
        <p:txBody>
          <a:bodyPr/>
          <a:lstStyle>
            <a:lvl1pPr marL="0" indent="0">
              <a:buNone/>
              <a:defRPr sz="1000">
                <a:solidFill>
                  <a:schemeClr val="bg1"/>
                </a:solidFill>
              </a:defRPr>
            </a:lvl1pPr>
          </a:lstStyle>
          <a:p>
            <a:r>
              <a:rPr lang="en-US"/>
              <a:t>Click icon to add picture</a:t>
            </a:r>
            <a:endParaRPr lang="en-US" dirty="0"/>
          </a:p>
        </p:txBody>
      </p:sp>
      <p:sp>
        <p:nvSpPr>
          <p:cNvPr id="37" name="Picture Placeholder 13">
            <a:extLst>
              <a:ext uri="{FF2B5EF4-FFF2-40B4-BE49-F238E27FC236}">
                <a16:creationId xmlns:a16="http://schemas.microsoft.com/office/drawing/2014/main" id="{0BF7BBBD-C42C-408E-8F10-7B1BF3C53EF0}"/>
              </a:ext>
            </a:extLst>
          </p:cNvPr>
          <p:cNvSpPr>
            <a:spLocks noGrp="1"/>
          </p:cNvSpPr>
          <p:nvPr>
            <p:ph type="pic" sz="quarter" idx="27"/>
          </p:nvPr>
        </p:nvSpPr>
        <p:spPr>
          <a:xfrm>
            <a:off x="9972085" y="3330145"/>
            <a:ext cx="603504" cy="603504"/>
          </a:xfrm>
          <a:prstGeom prst="rect">
            <a:avLst/>
          </a:prstGeom>
        </p:spPr>
        <p:txBody>
          <a:bodyPr/>
          <a:lstStyle>
            <a:lvl1pPr marL="0" indent="0">
              <a:buNone/>
              <a:defRPr sz="1000">
                <a:solidFill>
                  <a:schemeClr val="bg1"/>
                </a:solidFill>
              </a:defRPr>
            </a:lvl1pPr>
          </a:lstStyle>
          <a:p>
            <a:r>
              <a:rPr lang="en-US"/>
              <a:t>Click icon to add picture</a:t>
            </a:r>
            <a:endParaRPr lang="en-US" dirty="0"/>
          </a:p>
        </p:txBody>
      </p:sp>
      <p:sp>
        <p:nvSpPr>
          <p:cNvPr id="38" name="Picture Placeholder 13">
            <a:extLst>
              <a:ext uri="{FF2B5EF4-FFF2-40B4-BE49-F238E27FC236}">
                <a16:creationId xmlns:a16="http://schemas.microsoft.com/office/drawing/2014/main" id="{74FF5159-7129-4F52-B5B7-13F2D04EAD34}"/>
              </a:ext>
            </a:extLst>
          </p:cNvPr>
          <p:cNvSpPr>
            <a:spLocks noGrp="1"/>
          </p:cNvSpPr>
          <p:nvPr>
            <p:ph type="pic" sz="quarter" idx="28"/>
          </p:nvPr>
        </p:nvSpPr>
        <p:spPr>
          <a:xfrm>
            <a:off x="7109232" y="3330145"/>
            <a:ext cx="603504" cy="603504"/>
          </a:xfrm>
          <a:prstGeom prst="rect">
            <a:avLst/>
          </a:prstGeom>
        </p:spPr>
        <p:txBody>
          <a:bodyPr/>
          <a:lstStyle>
            <a:lvl1pPr marL="0" indent="0">
              <a:buNone/>
              <a:defRPr sz="1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391310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4076C2D-3CFB-4EFB-8012-9F6E653336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D1D3A9EE-57EE-476A-A657-3A4019818918}"/>
              </a:ext>
            </a:extLst>
          </p:cNvPr>
          <p:cNvSpPr>
            <a:spLocks noGrp="1"/>
          </p:cNvSpPr>
          <p:nvPr>
            <p:ph type="title" hasCustomPrompt="1"/>
          </p:nvPr>
        </p:nvSpPr>
        <p:spPr>
          <a:xfrm>
            <a:off x="4196218" y="690802"/>
            <a:ext cx="4936277" cy="575890"/>
          </a:xfrm>
          <a:prstGeom prst="rect">
            <a:avLst/>
          </a:prstGeom>
        </p:spPr>
        <p:txBody>
          <a:bodyPr/>
          <a:lstStyle>
            <a:lvl1pPr algn="l">
              <a:defRPr sz="2800" cap="all" spc="400" baseline="0">
                <a:solidFill>
                  <a:schemeClr val="bg1"/>
                </a:solidFill>
              </a:defRPr>
            </a:lvl1pPr>
          </a:lstStyle>
          <a:p>
            <a:r>
              <a:rPr lang="en-US" dirty="0"/>
              <a:t>Click to add title</a:t>
            </a:r>
          </a:p>
        </p:txBody>
      </p:sp>
      <p:sp>
        <p:nvSpPr>
          <p:cNvPr id="33" name="Text Placeholder 14">
            <a:extLst>
              <a:ext uri="{FF2B5EF4-FFF2-40B4-BE49-F238E27FC236}">
                <a16:creationId xmlns:a16="http://schemas.microsoft.com/office/drawing/2014/main" id="{2A0CB777-EF14-4BA6-A19D-697B165B1D34}"/>
              </a:ext>
            </a:extLst>
          </p:cNvPr>
          <p:cNvSpPr>
            <a:spLocks noGrp="1"/>
          </p:cNvSpPr>
          <p:nvPr>
            <p:ph type="body" sz="quarter" idx="12" hasCustomPrompt="1"/>
          </p:nvPr>
        </p:nvSpPr>
        <p:spPr>
          <a:xfrm>
            <a:off x="4190069" y="256867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32" name="Text Placeholder 14">
            <a:extLst>
              <a:ext uri="{FF2B5EF4-FFF2-40B4-BE49-F238E27FC236}">
                <a16:creationId xmlns:a16="http://schemas.microsoft.com/office/drawing/2014/main" id="{0053894D-FD48-4BB5-84D8-2EE54EC8D700}"/>
              </a:ext>
            </a:extLst>
          </p:cNvPr>
          <p:cNvSpPr>
            <a:spLocks noGrp="1"/>
          </p:cNvSpPr>
          <p:nvPr>
            <p:ph type="body" sz="quarter" idx="13" hasCustomPrompt="1"/>
          </p:nvPr>
        </p:nvSpPr>
        <p:spPr>
          <a:xfrm>
            <a:off x="4190069" y="286198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58" name="Text Placeholder 14">
            <a:extLst>
              <a:ext uri="{FF2B5EF4-FFF2-40B4-BE49-F238E27FC236}">
                <a16:creationId xmlns:a16="http://schemas.microsoft.com/office/drawing/2014/main" id="{32A7FBEC-71F7-4A1F-82A1-C7FBFE05185C}"/>
              </a:ext>
            </a:extLst>
          </p:cNvPr>
          <p:cNvSpPr>
            <a:spLocks noGrp="1"/>
          </p:cNvSpPr>
          <p:nvPr>
            <p:ph type="body" sz="quarter" idx="21" hasCustomPrompt="1"/>
          </p:nvPr>
        </p:nvSpPr>
        <p:spPr>
          <a:xfrm>
            <a:off x="7913979" y="256867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57" name="Text Placeholder 14">
            <a:extLst>
              <a:ext uri="{FF2B5EF4-FFF2-40B4-BE49-F238E27FC236}">
                <a16:creationId xmlns:a16="http://schemas.microsoft.com/office/drawing/2014/main" id="{00EDBC93-E454-47AD-B9C9-E7CCE8DE6B59}"/>
              </a:ext>
            </a:extLst>
          </p:cNvPr>
          <p:cNvSpPr>
            <a:spLocks noGrp="1"/>
          </p:cNvSpPr>
          <p:nvPr>
            <p:ph type="body" sz="quarter" idx="20" hasCustomPrompt="1"/>
          </p:nvPr>
        </p:nvSpPr>
        <p:spPr>
          <a:xfrm>
            <a:off x="7913979" y="286198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64" name="Text Placeholder 14">
            <a:extLst>
              <a:ext uri="{FF2B5EF4-FFF2-40B4-BE49-F238E27FC236}">
                <a16:creationId xmlns:a16="http://schemas.microsoft.com/office/drawing/2014/main" id="{E792D94E-72D4-43F1-8063-14A3F6270A35}"/>
              </a:ext>
            </a:extLst>
          </p:cNvPr>
          <p:cNvSpPr>
            <a:spLocks noGrp="1"/>
          </p:cNvSpPr>
          <p:nvPr>
            <p:ph type="body" sz="quarter" idx="23" hasCustomPrompt="1"/>
          </p:nvPr>
        </p:nvSpPr>
        <p:spPr>
          <a:xfrm>
            <a:off x="4190069" y="504430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63" name="Text Placeholder 14">
            <a:extLst>
              <a:ext uri="{FF2B5EF4-FFF2-40B4-BE49-F238E27FC236}">
                <a16:creationId xmlns:a16="http://schemas.microsoft.com/office/drawing/2014/main" id="{C18EBA8F-5A95-4501-A602-A9889F0CE3A0}"/>
              </a:ext>
            </a:extLst>
          </p:cNvPr>
          <p:cNvSpPr>
            <a:spLocks noGrp="1"/>
          </p:cNvSpPr>
          <p:nvPr>
            <p:ph type="body" sz="quarter" idx="22" hasCustomPrompt="1"/>
          </p:nvPr>
        </p:nvSpPr>
        <p:spPr>
          <a:xfrm>
            <a:off x="4190069" y="533761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67" name="Text Placeholder 14">
            <a:extLst>
              <a:ext uri="{FF2B5EF4-FFF2-40B4-BE49-F238E27FC236}">
                <a16:creationId xmlns:a16="http://schemas.microsoft.com/office/drawing/2014/main" id="{AF03D6DF-70BB-4EC0-B7BF-94BB780FDF01}"/>
              </a:ext>
            </a:extLst>
          </p:cNvPr>
          <p:cNvSpPr>
            <a:spLocks noGrp="1"/>
          </p:cNvSpPr>
          <p:nvPr>
            <p:ph type="body" sz="quarter" idx="25" hasCustomPrompt="1"/>
          </p:nvPr>
        </p:nvSpPr>
        <p:spPr>
          <a:xfrm>
            <a:off x="7913980" y="5047681"/>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66" name="Text Placeholder 14">
            <a:extLst>
              <a:ext uri="{FF2B5EF4-FFF2-40B4-BE49-F238E27FC236}">
                <a16:creationId xmlns:a16="http://schemas.microsoft.com/office/drawing/2014/main" id="{A21FAF3A-556C-4A61-B1C4-E6FB98BE40B2}"/>
              </a:ext>
            </a:extLst>
          </p:cNvPr>
          <p:cNvSpPr>
            <a:spLocks noGrp="1"/>
          </p:cNvSpPr>
          <p:nvPr>
            <p:ph type="body" sz="quarter" idx="24" hasCustomPrompt="1"/>
          </p:nvPr>
        </p:nvSpPr>
        <p:spPr>
          <a:xfrm>
            <a:off x="7913980" y="5340990"/>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2" name="Footer Placeholder 15">
            <a:extLst>
              <a:ext uri="{FF2B5EF4-FFF2-40B4-BE49-F238E27FC236}">
                <a16:creationId xmlns:a16="http://schemas.microsoft.com/office/drawing/2014/main" id="{54442D89-5EE7-4BC5-A35D-B0F93DD36269}"/>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3" name="Slide Number Placeholder 16">
            <a:extLst>
              <a:ext uri="{FF2B5EF4-FFF2-40B4-BE49-F238E27FC236}">
                <a16:creationId xmlns:a16="http://schemas.microsoft.com/office/drawing/2014/main" id="{DC13E404-DE29-4300-A8D5-25F34585A49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4" name="Date Placeholder 14">
            <a:extLst>
              <a:ext uri="{FF2B5EF4-FFF2-40B4-BE49-F238E27FC236}">
                <a16:creationId xmlns:a16="http://schemas.microsoft.com/office/drawing/2014/main" id="{1EAC24B5-8E72-46CA-9A6A-4A6D6EA2C064}"/>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
        <p:nvSpPr>
          <p:cNvPr id="5" name="Picture Placeholder 4">
            <a:extLst>
              <a:ext uri="{FF2B5EF4-FFF2-40B4-BE49-F238E27FC236}">
                <a16:creationId xmlns:a16="http://schemas.microsoft.com/office/drawing/2014/main" id="{C1F11D19-3D38-460E-A8AF-F6A30642EC0D}"/>
              </a:ext>
            </a:extLst>
          </p:cNvPr>
          <p:cNvSpPr>
            <a:spLocks noGrp="1"/>
          </p:cNvSpPr>
          <p:nvPr>
            <p:ph type="pic" sz="quarter" idx="26"/>
          </p:nvPr>
        </p:nvSpPr>
        <p:spPr>
          <a:xfrm>
            <a:off x="4190069" y="1818852"/>
            <a:ext cx="603504" cy="603504"/>
          </a:xfrm>
          <a:prstGeom prst="rect">
            <a:avLst/>
          </a:prstGeom>
        </p:spPr>
        <p:txBody>
          <a:bodyPr/>
          <a:lstStyle>
            <a:lvl1pPr marL="0" indent="0">
              <a:buNone/>
              <a:defRPr sz="1050">
                <a:solidFill>
                  <a:schemeClr val="bg1"/>
                </a:solidFill>
              </a:defRPr>
            </a:lvl1pPr>
          </a:lstStyle>
          <a:p>
            <a:r>
              <a:rPr lang="en-US"/>
              <a:t>Click icon to add picture</a:t>
            </a:r>
            <a:endParaRPr lang="en-US" dirty="0"/>
          </a:p>
        </p:txBody>
      </p:sp>
      <p:sp>
        <p:nvSpPr>
          <p:cNvPr id="21" name="Picture Placeholder 4">
            <a:extLst>
              <a:ext uri="{FF2B5EF4-FFF2-40B4-BE49-F238E27FC236}">
                <a16:creationId xmlns:a16="http://schemas.microsoft.com/office/drawing/2014/main" id="{F915DDB2-3A13-4240-8ECB-677499946C14}"/>
              </a:ext>
            </a:extLst>
          </p:cNvPr>
          <p:cNvSpPr>
            <a:spLocks noGrp="1"/>
          </p:cNvSpPr>
          <p:nvPr>
            <p:ph type="pic" sz="quarter" idx="27"/>
          </p:nvPr>
        </p:nvSpPr>
        <p:spPr>
          <a:xfrm>
            <a:off x="7913979" y="1818852"/>
            <a:ext cx="603504" cy="603504"/>
          </a:xfrm>
          <a:prstGeom prst="rect">
            <a:avLst/>
          </a:prstGeom>
        </p:spPr>
        <p:txBody>
          <a:bodyPr/>
          <a:lstStyle>
            <a:lvl1pPr marL="0" indent="0">
              <a:buNone/>
              <a:defRPr sz="1050">
                <a:solidFill>
                  <a:schemeClr val="bg1"/>
                </a:solidFill>
              </a:defRPr>
            </a:lvl1pPr>
          </a:lstStyle>
          <a:p>
            <a:r>
              <a:rPr lang="en-US"/>
              <a:t>Click icon to add picture</a:t>
            </a:r>
            <a:endParaRPr lang="en-US" dirty="0"/>
          </a:p>
        </p:txBody>
      </p:sp>
      <p:sp>
        <p:nvSpPr>
          <p:cNvPr id="25" name="Picture Placeholder 4">
            <a:extLst>
              <a:ext uri="{FF2B5EF4-FFF2-40B4-BE49-F238E27FC236}">
                <a16:creationId xmlns:a16="http://schemas.microsoft.com/office/drawing/2014/main" id="{E9059CA0-144F-4780-BA0D-005B827AAECE}"/>
              </a:ext>
            </a:extLst>
          </p:cNvPr>
          <p:cNvSpPr>
            <a:spLocks noGrp="1"/>
          </p:cNvSpPr>
          <p:nvPr>
            <p:ph type="pic" sz="quarter" idx="28"/>
          </p:nvPr>
        </p:nvSpPr>
        <p:spPr>
          <a:xfrm>
            <a:off x="4190069" y="4281832"/>
            <a:ext cx="603504" cy="603504"/>
          </a:xfrm>
          <a:prstGeom prst="rect">
            <a:avLst/>
          </a:prstGeom>
        </p:spPr>
        <p:txBody>
          <a:bodyPr/>
          <a:lstStyle>
            <a:lvl1pPr marL="0" indent="0">
              <a:buNone/>
              <a:defRPr sz="1050">
                <a:solidFill>
                  <a:schemeClr val="bg1"/>
                </a:solidFill>
              </a:defRPr>
            </a:lvl1pPr>
          </a:lstStyle>
          <a:p>
            <a:r>
              <a:rPr lang="en-US"/>
              <a:t>Click icon to add picture</a:t>
            </a:r>
            <a:endParaRPr lang="en-US" dirty="0"/>
          </a:p>
        </p:txBody>
      </p:sp>
      <p:sp>
        <p:nvSpPr>
          <p:cNvPr id="26" name="Picture Placeholder 4">
            <a:extLst>
              <a:ext uri="{FF2B5EF4-FFF2-40B4-BE49-F238E27FC236}">
                <a16:creationId xmlns:a16="http://schemas.microsoft.com/office/drawing/2014/main" id="{B770164C-988C-4217-B0E9-7D0DC17C8BC6}"/>
              </a:ext>
            </a:extLst>
          </p:cNvPr>
          <p:cNvSpPr>
            <a:spLocks noGrp="1"/>
          </p:cNvSpPr>
          <p:nvPr>
            <p:ph type="pic" sz="quarter" idx="29"/>
          </p:nvPr>
        </p:nvSpPr>
        <p:spPr>
          <a:xfrm>
            <a:off x="7908115" y="4294030"/>
            <a:ext cx="603504" cy="603504"/>
          </a:xfrm>
          <a:prstGeom prst="rect">
            <a:avLst/>
          </a:prstGeom>
        </p:spPr>
        <p:txBody>
          <a:bodyPr/>
          <a:lstStyle>
            <a:lvl1pPr marL="0" indent="0">
              <a:buNone/>
              <a:defRPr sz="105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641324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D540A63-9BB9-478A-BE65-7A901018323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767FB1D5-16C4-4AAC-9E31-560F596F8D5E}"/>
              </a:ext>
            </a:extLst>
          </p:cNvPr>
          <p:cNvSpPr>
            <a:spLocks noGrp="1"/>
          </p:cNvSpPr>
          <p:nvPr>
            <p:ph type="title" hasCustomPrompt="1"/>
          </p:nvPr>
        </p:nvSpPr>
        <p:spPr>
          <a:xfrm>
            <a:off x="3672555" y="1823626"/>
            <a:ext cx="4569572" cy="580029"/>
          </a:xfrm>
          <a:prstGeom prst="rect">
            <a:avLst/>
          </a:prstGeom>
        </p:spPr>
        <p:txBody>
          <a:bodyPr/>
          <a:lstStyle>
            <a:lvl1pPr>
              <a:defRPr sz="2800" cap="all" spc="400" baseline="0">
                <a:solidFill>
                  <a:schemeClr val="bg1"/>
                </a:solidFill>
              </a:defRPr>
            </a:lvl1pPr>
          </a:lstStyle>
          <a:p>
            <a:r>
              <a:rPr lang="en-US" dirty="0"/>
              <a:t>Click to add title</a:t>
            </a:r>
          </a:p>
        </p:txBody>
      </p:sp>
      <p:sp>
        <p:nvSpPr>
          <p:cNvPr id="27" name="Text Placeholder 14">
            <a:extLst>
              <a:ext uri="{FF2B5EF4-FFF2-40B4-BE49-F238E27FC236}">
                <a16:creationId xmlns:a16="http://schemas.microsoft.com/office/drawing/2014/main" id="{C269BEF2-E65B-4046-B8D1-1E5DC6D58296}"/>
              </a:ext>
            </a:extLst>
          </p:cNvPr>
          <p:cNvSpPr>
            <a:spLocks noGrp="1"/>
          </p:cNvSpPr>
          <p:nvPr>
            <p:ph type="body" sz="quarter" idx="22" hasCustomPrompt="1"/>
          </p:nvPr>
        </p:nvSpPr>
        <p:spPr>
          <a:xfrm>
            <a:off x="2956595" y="2807310"/>
            <a:ext cx="5824073" cy="1940149"/>
          </a:xfrm>
          <a:prstGeom prst="rect">
            <a:avLst/>
          </a:prstGeom>
        </p:spPr>
        <p:txBody>
          <a:bodyPr anchor="t"/>
          <a:lstStyle>
            <a:lvl1pPr marL="0" indent="0" algn="ctr">
              <a:lnSpc>
                <a:spcPct val="200000"/>
              </a:lnSpc>
              <a:spcBef>
                <a:spcPts val="0"/>
              </a:spcBef>
              <a:buNone/>
              <a:defRPr sz="1800" cap="none" spc="200" baseline="0">
                <a:solidFill>
                  <a:schemeClr val="bg1"/>
                </a:solidFill>
                <a:latin typeface="+mn-lt"/>
              </a:defRPr>
            </a:lvl1pPr>
          </a:lstStyle>
          <a:p>
            <a:pPr lvl="0"/>
            <a:r>
              <a:rPr lang="en-US" dirty="0"/>
              <a:t>Click to add title</a:t>
            </a:r>
          </a:p>
        </p:txBody>
      </p:sp>
      <p:sp>
        <p:nvSpPr>
          <p:cNvPr id="18" name="Footer Placeholder 15">
            <a:extLst>
              <a:ext uri="{FF2B5EF4-FFF2-40B4-BE49-F238E27FC236}">
                <a16:creationId xmlns:a16="http://schemas.microsoft.com/office/drawing/2014/main" id="{D89CE923-C669-4E0E-8161-BB328133EE8B}"/>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9" name="Slide Number Placeholder 16">
            <a:extLst>
              <a:ext uri="{FF2B5EF4-FFF2-40B4-BE49-F238E27FC236}">
                <a16:creationId xmlns:a16="http://schemas.microsoft.com/office/drawing/2014/main" id="{C820EE41-4997-4CD3-B951-56ECA884252E}"/>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0" name="Date Placeholder 14">
            <a:extLst>
              <a:ext uri="{FF2B5EF4-FFF2-40B4-BE49-F238E27FC236}">
                <a16:creationId xmlns:a16="http://schemas.microsoft.com/office/drawing/2014/main" id="{A2A3BC0C-B522-4DA2-BBC0-AC180D8B2C9A}"/>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2319137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5F31BC2D-187A-4ED3-8D67-C55187E532E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947F2F5-8E72-425B-A8C2-2B3262F73021}"/>
              </a:ext>
            </a:extLst>
          </p:cNvPr>
          <p:cNvSpPr>
            <a:spLocks noGrp="1"/>
          </p:cNvSpPr>
          <p:nvPr>
            <p:ph type="title" hasCustomPrompt="1"/>
          </p:nvPr>
        </p:nvSpPr>
        <p:spPr>
          <a:xfrm>
            <a:off x="5425440" y="2741026"/>
            <a:ext cx="5002478" cy="2357066"/>
          </a:xfrm>
          <a:prstGeom prst="rect">
            <a:avLst/>
          </a:prstGeom>
        </p:spPr>
        <p:txBody>
          <a:bodyPr/>
          <a:lstStyle>
            <a:lvl1pPr algn="ctr">
              <a:defRPr sz="4800" cap="all" spc="400" baseline="0">
                <a:solidFill>
                  <a:schemeClr val="accent6"/>
                </a:solidFill>
              </a:defRPr>
            </a:lvl1pPr>
          </a:lstStyle>
          <a:p>
            <a:r>
              <a:rPr lang="en-US" dirty="0"/>
              <a:t>Click to add title</a:t>
            </a:r>
          </a:p>
        </p:txBody>
      </p:sp>
    </p:spTree>
    <p:extLst>
      <p:ext uri="{BB962C8B-B14F-4D97-AF65-F5344CB8AC3E}">
        <p14:creationId xmlns:p14="http://schemas.microsoft.com/office/powerpoint/2010/main" val="4250547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490FC0B-50EB-42D6-A2A5-E02EE642E2E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16" name="Title 15">
            <a:extLst>
              <a:ext uri="{FF2B5EF4-FFF2-40B4-BE49-F238E27FC236}">
                <a16:creationId xmlns:a16="http://schemas.microsoft.com/office/drawing/2014/main" id="{04AFCE56-D794-4638-A3EC-63DCFB4B6F0D}"/>
              </a:ext>
            </a:extLst>
          </p:cNvPr>
          <p:cNvSpPr>
            <a:spLocks noGrp="1"/>
          </p:cNvSpPr>
          <p:nvPr>
            <p:ph type="title" hasCustomPrompt="1"/>
          </p:nvPr>
        </p:nvSpPr>
        <p:spPr>
          <a:xfrm>
            <a:off x="965511" y="760406"/>
            <a:ext cx="5424988" cy="579245"/>
          </a:xfrm>
          <a:prstGeom prst="rect">
            <a:avLst/>
          </a:prstGeom>
        </p:spPr>
        <p:txBody>
          <a:bodyPr/>
          <a:lstStyle>
            <a:lvl1pPr>
              <a:defRPr sz="2800" cap="all" spc="400" baseline="0">
                <a:solidFill>
                  <a:schemeClr val="bg1"/>
                </a:solidFill>
              </a:defRPr>
            </a:lvl1pPr>
          </a:lstStyle>
          <a:p>
            <a:r>
              <a:rPr lang="en-US" dirty="0"/>
              <a:t>Click to add title</a:t>
            </a:r>
          </a:p>
        </p:txBody>
      </p:sp>
      <p:sp>
        <p:nvSpPr>
          <p:cNvPr id="10" name="Text Placeholder 14">
            <a:extLst>
              <a:ext uri="{FF2B5EF4-FFF2-40B4-BE49-F238E27FC236}">
                <a16:creationId xmlns:a16="http://schemas.microsoft.com/office/drawing/2014/main" id="{318D6597-136D-4434-B628-D387BBEEC3C5}"/>
              </a:ext>
            </a:extLst>
          </p:cNvPr>
          <p:cNvSpPr>
            <a:spLocks noGrp="1"/>
          </p:cNvSpPr>
          <p:nvPr>
            <p:ph type="body" sz="quarter" idx="12" hasCustomPrompt="1"/>
          </p:nvPr>
        </p:nvSpPr>
        <p:spPr>
          <a:xfrm>
            <a:off x="965511" y="3417877"/>
            <a:ext cx="280628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11" name="Text Placeholder 14">
            <a:extLst>
              <a:ext uri="{FF2B5EF4-FFF2-40B4-BE49-F238E27FC236}">
                <a16:creationId xmlns:a16="http://schemas.microsoft.com/office/drawing/2014/main" id="{0691DF94-6587-4325-9C04-970034F1A85C}"/>
              </a:ext>
            </a:extLst>
          </p:cNvPr>
          <p:cNvSpPr>
            <a:spLocks noGrp="1"/>
          </p:cNvSpPr>
          <p:nvPr>
            <p:ph type="body" sz="quarter" idx="13" hasCustomPrompt="1"/>
          </p:nvPr>
        </p:nvSpPr>
        <p:spPr>
          <a:xfrm>
            <a:off x="965511" y="3766050"/>
            <a:ext cx="280628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2" name="Text Placeholder 14">
            <a:extLst>
              <a:ext uri="{FF2B5EF4-FFF2-40B4-BE49-F238E27FC236}">
                <a16:creationId xmlns:a16="http://schemas.microsoft.com/office/drawing/2014/main" id="{A3CE4E75-7868-44AD-9AF2-753E07BE78A3}"/>
              </a:ext>
            </a:extLst>
          </p:cNvPr>
          <p:cNvSpPr>
            <a:spLocks noGrp="1"/>
          </p:cNvSpPr>
          <p:nvPr>
            <p:ph type="body" sz="quarter" idx="14" hasCustomPrompt="1"/>
          </p:nvPr>
        </p:nvSpPr>
        <p:spPr>
          <a:xfrm>
            <a:off x="4514520" y="3400925"/>
            <a:ext cx="280628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13" name="Text Placeholder 14">
            <a:extLst>
              <a:ext uri="{FF2B5EF4-FFF2-40B4-BE49-F238E27FC236}">
                <a16:creationId xmlns:a16="http://schemas.microsoft.com/office/drawing/2014/main" id="{8A9FE9C2-0801-4D41-A54B-E00BC7AB7C16}"/>
              </a:ext>
            </a:extLst>
          </p:cNvPr>
          <p:cNvSpPr>
            <a:spLocks noGrp="1"/>
          </p:cNvSpPr>
          <p:nvPr>
            <p:ph type="body" sz="quarter" idx="15" hasCustomPrompt="1"/>
          </p:nvPr>
        </p:nvSpPr>
        <p:spPr>
          <a:xfrm>
            <a:off x="4514520" y="3749098"/>
            <a:ext cx="280628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4" name="Text Placeholder 14">
            <a:extLst>
              <a:ext uri="{FF2B5EF4-FFF2-40B4-BE49-F238E27FC236}">
                <a16:creationId xmlns:a16="http://schemas.microsoft.com/office/drawing/2014/main" id="{632FBCC2-2CDB-448A-AA61-8D99495226AF}"/>
              </a:ext>
            </a:extLst>
          </p:cNvPr>
          <p:cNvSpPr>
            <a:spLocks noGrp="1"/>
          </p:cNvSpPr>
          <p:nvPr>
            <p:ph type="body" sz="quarter" idx="16" hasCustomPrompt="1"/>
          </p:nvPr>
        </p:nvSpPr>
        <p:spPr>
          <a:xfrm>
            <a:off x="8063529" y="3400925"/>
            <a:ext cx="269224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15" name="Text Placeholder 14">
            <a:extLst>
              <a:ext uri="{FF2B5EF4-FFF2-40B4-BE49-F238E27FC236}">
                <a16:creationId xmlns:a16="http://schemas.microsoft.com/office/drawing/2014/main" id="{7F6A4D9D-1690-4C0A-9F62-1FE93C0145FC}"/>
              </a:ext>
            </a:extLst>
          </p:cNvPr>
          <p:cNvSpPr>
            <a:spLocks noGrp="1"/>
          </p:cNvSpPr>
          <p:nvPr>
            <p:ph type="body" sz="quarter" idx="17" hasCustomPrompt="1"/>
          </p:nvPr>
        </p:nvSpPr>
        <p:spPr>
          <a:xfrm>
            <a:off x="8063529" y="3749098"/>
            <a:ext cx="269224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0" name="Footer Placeholder 15">
            <a:extLst>
              <a:ext uri="{FF2B5EF4-FFF2-40B4-BE49-F238E27FC236}">
                <a16:creationId xmlns:a16="http://schemas.microsoft.com/office/drawing/2014/main" id="{48863DDD-C3CC-439D-B738-34F6E8960AFF}"/>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A4788388-29C8-4E9F-BF82-A1648088A8B0}"/>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5E6E1CB5-0E5F-4B44-8044-4010565FCF6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2385285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pportunity Overview">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E96CB8F-A88F-40C3-A65B-8C33A16A0C2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1086E70-8E77-436D-93CE-4BCD3EC94BEA}"/>
              </a:ext>
            </a:extLst>
          </p:cNvPr>
          <p:cNvSpPr>
            <a:spLocks noGrp="1"/>
          </p:cNvSpPr>
          <p:nvPr>
            <p:ph type="title" hasCustomPrompt="1"/>
          </p:nvPr>
        </p:nvSpPr>
        <p:spPr>
          <a:xfrm>
            <a:off x="5029799" y="1380501"/>
            <a:ext cx="5097428" cy="991689"/>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10" name="Text Placeholder 10">
            <a:extLst>
              <a:ext uri="{FF2B5EF4-FFF2-40B4-BE49-F238E27FC236}">
                <a16:creationId xmlns:a16="http://schemas.microsoft.com/office/drawing/2014/main" id="{C95B0D27-123C-4F09-AEDC-7874964B77BC}"/>
              </a:ext>
            </a:extLst>
          </p:cNvPr>
          <p:cNvSpPr>
            <a:spLocks noGrp="1"/>
          </p:cNvSpPr>
          <p:nvPr>
            <p:ph type="body" sz="quarter" idx="14" hasCustomPrompt="1"/>
          </p:nvPr>
        </p:nvSpPr>
        <p:spPr>
          <a:xfrm>
            <a:off x="692337"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dirty="0"/>
              <a:t>Add title</a:t>
            </a:r>
          </a:p>
        </p:txBody>
      </p:sp>
      <p:sp>
        <p:nvSpPr>
          <p:cNvPr id="13" name="Text Placeholder 14">
            <a:extLst>
              <a:ext uri="{FF2B5EF4-FFF2-40B4-BE49-F238E27FC236}">
                <a16:creationId xmlns:a16="http://schemas.microsoft.com/office/drawing/2014/main" id="{F3772143-8573-4FED-977E-651FC59C168F}"/>
              </a:ext>
            </a:extLst>
          </p:cNvPr>
          <p:cNvSpPr>
            <a:spLocks noGrp="1"/>
          </p:cNvSpPr>
          <p:nvPr>
            <p:ph type="body" sz="quarter" idx="20" hasCustomPrompt="1"/>
          </p:nvPr>
        </p:nvSpPr>
        <p:spPr>
          <a:xfrm>
            <a:off x="692336"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5" name="Text Placeholder 10">
            <a:extLst>
              <a:ext uri="{FF2B5EF4-FFF2-40B4-BE49-F238E27FC236}">
                <a16:creationId xmlns:a16="http://schemas.microsoft.com/office/drawing/2014/main" id="{4FD80858-A8CA-496F-8CC0-5ACDBE65112A}"/>
              </a:ext>
            </a:extLst>
          </p:cNvPr>
          <p:cNvSpPr>
            <a:spLocks noGrp="1"/>
          </p:cNvSpPr>
          <p:nvPr>
            <p:ph type="body" sz="quarter" idx="24" hasCustomPrompt="1"/>
          </p:nvPr>
        </p:nvSpPr>
        <p:spPr>
          <a:xfrm>
            <a:off x="3587933"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dirty="0"/>
              <a:t>Add title</a:t>
            </a:r>
          </a:p>
        </p:txBody>
      </p:sp>
      <p:sp>
        <p:nvSpPr>
          <p:cNvPr id="33" name="Text Placeholder 14">
            <a:extLst>
              <a:ext uri="{FF2B5EF4-FFF2-40B4-BE49-F238E27FC236}">
                <a16:creationId xmlns:a16="http://schemas.microsoft.com/office/drawing/2014/main" id="{2B840B1F-9319-4653-84C5-FF1FDC5E9D9A}"/>
              </a:ext>
            </a:extLst>
          </p:cNvPr>
          <p:cNvSpPr>
            <a:spLocks noGrp="1"/>
          </p:cNvSpPr>
          <p:nvPr>
            <p:ph type="body" sz="quarter" idx="21" hasCustomPrompt="1"/>
          </p:nvPr>
        </p:nvSpPr>
        <p:spPr>
          <a:xfrm>
            <a:off x="3587931"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7" name="Text Placeholder 10">
            <a:extLst>
              <a:ext uri="{FF2B5EF4-FFF2-40B4-BE49-F238E27FC236}">
                <a16:creationId xmlns:a16="http://schemas.microsoft.com/office/drawing/2014/main" id="{0882E4D8-D2AA-4EA0-BBCE-50334E8D160C}"/>
              </a:ext>
            </a:extLst>
          </p:cNvPr>
          <p:cNvSpPr>
            <a:spLocks noGrp="1"/>
          </p:cNvSpPr>
          <p:nvPr>
            <p:ph type="body" sz="quarter" idx="25" hasCustomPrompt="1"/>
          </p:nvPr>
        </p:nvSpPr>
        <p:spPr>
          <a:xfrm>
            <a:off x="6483530"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dirty="0"/>
              <a:t>Add title</a:t>
            </a:r>
          </a:p>
        </p:txBody>
      </p:sp>
      <p:sp>
        <p:nvSpPr>
          <p:cNvPr id="36" name="Text Placeholder 14">
            <a:extLst>
              <a:ext uri="{FF2B5EF4-FFF2-40B4-BE49-F238E27FC236}">
                <a16:creationId xmlns:a16="http://schemas.microsoft.com/office/drawing/2014/main" id="{97EFBCD4-F812-493F-895A-3449020A0651}"/>
              </a:ext>
            </a:extLst>
          </p:cNvPr>
          <p:cNvSpPr>
            <a:spLocks noGrp="1"/>
          </p:cNvSpPr>
          <p:nvPr>
            <p:ph type="body" sz="quarter" idx="23" hasCustomPrompt="1"/>
          </p:nvPr>
        </p:nvSpPr>
        <p:spPr>
          <a:xfrm>
            <a:off x="6483528"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0" name="Footer Placeholder 15">
            <a:extLst>
              <a:ext uri="{FF2B5EF4-FFF2-40B4-BE49-F238E27FC236}">
                <a16:creationId xmlns:a16="http://schemas.microsoft.com/office/drawing/2014/main" id="{698D43C2-06AB-4549-BCD0-CBDCA0653292}"/>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7B2AB1D3-DFF0-43A8-BDE0-52FB314E03A1}"/>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28A81ABF-135E-483F-9992-6F79C2F559E9}"/>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3078761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Opportunity Comparison">
    <p:spTree>
      <p:nvGrpSpPr>
        <p:cNvPr id="1" name=""/>
        <p:cNvGrpSpPr/>
        <p:nvPr/>
      </p:nvGrpSpPr>
      <p:grpSpPr>
        <a:xfrm>
          <a:off x="0" y="0"/>
          <a:ext cx="0" cy="0"/>
          <a:chOff x="0" y="0"/>
          <a:chExt cx="0" cy="0"/>
        </a:xfrm>
      </p:grpSpPr>
      <p:pic>
        <p:nvPicPr>
          <p:cNvPr id="37" name="Graphic 36">
            <a:extLst>
              <a:ext uri="{FF2B5EF4-FFF2-40B4-BE49-F238E27FC236}">
                <a16:creationId xmlns:a16="http://schemas.microsoft.com/office/drawing/2014/main" id="{133E6176-F4F6-41F9-8F2A-BA6586E1658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8AC667-531B-4E40-98C6-B36847DE0684}"/>
              </a:ext>
            </a:extLst>
          </p:cNvPr>
          <p:cNvSpPr>
            <a:spLocks noGrp="1"/>
          </p:cNvSpPr>
          <p:nvPr>
            <p:ph type="title" hasCustomPrompt="1"/>
          </p:nvPr>
        </p:nvSpPr>
        <p:spPr>
          <a:xfrm>
            <a:off x="5029799" y="1377876"/>
            <a:ext cx="5097428" cy="918377"/>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25" name="Text Placeholder 10">
            <a:extLst>
              <a:ext uri="{FF2B5EF4-FFF2-40B4-BE49-F238E27FC236}">
                <a16:creationId xmlns:a16="http://schemas.microsoft.com/office/drawing/2014/main" id="{42930722-7AFE-41FC-8830-E2075CE783EA}"/>
              </a:ext>
            </a:extLst>
          </p:cNvPr>
          <p:cNvSpPr>
            <a:spLocks noGrp="1"/>
          </p:cNvSpPr>
          <p:nvPr>
            <p:ph type="body" sz="quarter" idx="14" hasCustomPrompt="1"/>
          </p:nvPr>
        </p:nvSpPr>
        <p:spPr>
          <a:xfrm>
            <a:off x="2535012" y="2724048"/>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dirty="0"/>
              <a:t>text</a:t>
            </a:r>
          </a:p>
        </p:txBody>
      </p:sp>
      <p:sp>
        <p:nvSpPr>
          <p:cNvPr id="26" name="Text Placeholder 14">
            <a:extLst>
              <a:ext uri="{FF2B5EF4-FFF2-40B4-BE49-F238E27FC236}">
                <a16:creationId xmlns:a16="http://schemas.microsoft.com/office/drawing/2014/main" id="{4FD0E59A-1834-4F86-8ED3-1EBC643224D7}"/>
              </a:ext>
            </a:extLst>
          </p:cNvPr>
          <p:cNvSpPr>
            <a:spLocks noGrp="1"/>
          </p:cNvSpPr>
          <p:nvPr>
            <p:ph type="body" sz="quarter" idx="19" hasCustomPrompt="1"/>
          </p:nvPr>
        </p:nvSpPr>
        <p:spPr>
          <a:xfrm>
            <a:off x="4267209" y="2930881"/>
            <a:ext cx="3639904" cy="387746"/>
          </a:xfrm>
          <a:prstGeom prst="rect">
            <a:avLst/>
          </a:prstGeom>
        </p:spPr>
        <p:txBody>
          <a:bodyPr/>
          <a:lstStyle>
            <a:lvl1pPr marL="0" indent="0" algn="l">
              <a:buNone/>
              <a:defRPr sz="1800" cap="none" spc="200" baseline="0">
                <a:solidFill>
                  <a:schemeClr val="bg1"/>
                </a:solidFill>
                <a:latin typeface="+mn-lt"/>
              </a:defRPr>
            </a:lvl1pPr>
          </a:lstStyle>
          <a:p>
            <a:pPr lvl="0"/>
            <a:r>
              <a:rPr lang="en-US" dirty="0"/>
              <a:t>Add subtitle</a:t>
            </a:r>
          </a:p>
        </p:txBody>
      </p:sp>
      <p:sp>
        <p:nvSpPr>
          <p:cNvPr id="27" name="Text Placeholder 14">
            <a:extLst>
              <a:ext uri="{FF2B5EF4-FFF2-40B4-BE49-F238E27FC236}">
                <a16:creationId xmlns:a16="http://schemas.microsoft.com/office/drawing/2014/main" id="{7084F479-66F8-4110-96A2-F3A27ED1C202}"/>
              </a:ext>
            </a:extLst>
          </p:cNvPr>
          <p:cNvSpPr>
            <a:spLocks noGrp="1"/>
          </p:cNvSpPr>
          <p:nvPr>
            <p:ph type="body" sz="quarter" idx="20" hasCustomPrompt="1"/>
          </p:nvPr>
        </p:nvSpPr>
        <p:spPr>
          <a:xfrm>
            <a:off x="4267209" y="3282057"/>
            <a:ext cx="3639904" cy="481781"/>
          </a:xfrm>
          <a:prstGeom prst="rect">
            <a:avLst/>
          </a:prstGeom>
        </p:spPr>
        <p:txBody>
          <a:bodyPr/>
          <a:lstStyle>
            <a:lvl1pPr marL="0" indent="0" algn="l">
              <a:buNone/>
              <a:defRPr sz="1400" cap="none" spc="200" baseline="0">
                <a:solidFill>
                  <a:schemeClr val="bg1"/>
                </a:solidFill>
                <a:latin typeface="+mn-lt"/>
              </a:defRPr>
            </a:lvl1pPr>
          </a:lstStyle>
          <a:p>
            <a:pPr lvl="0"/>
            <a:r>
              <a:rPr lang="en-US" dirty="0"/>
              <a:t>Add subtitle</a:t>
            </a:r>
          </a:p>
        </p:txBody>
      </p:sp>
      <p:sp>
        <p:nvSpPr>
          <p:cNvPr id="28" name="Text Placeholder 10">
            <a:extLst>
              <a:ext uri="{FF2B5EF4-FFF2-40B4-BE49-F238E27FC236}">
                <a16:creationId xmlns:a16="http://schemas.microsoft.com/office/drawing/2014/main" id="{DD083869-3E3D-40A3-AE1C-3384E7096AED}"/>
              </a:ext>
            </a:extLst>
          </p:cNvPr>
          <p:cNvSpPr>
            <a:spLocks noGrp="1"/>
          </p:cNvSpPr>
          <p:nvPr>
            <p:ph type="body" sz="quarter" idx="21" hasCustomPrompt="1"/>
          </p:nvPr>
        </p:nvSpPr>
        <p:spPr>
          <a:xfrm>
            <a:off x="2535012" y="3882118"/>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dirty="0"/>
              <a:t>text</a:t>
            </a:r>
          </a:p>
        </p:txBody>
      </p:sp>
      <p:sp>
        <p:nvSpPr>
          <p:cNvPr id="29" name="Text Placeholder 14">
            <a:extLst>
              <a:ext uri="{FF2B5EF4-FFF2-40B4-BE49-F238E27FC236}">
                <a16:creationId xmlns:a16="http://schemas.microsoft.com/office/drawing/2014/main" id="{ECD259C4-54A9-4BCA-A693-5A8F91D824AD}"/>
              </a:ext>
            </a:extLst>
          </p:cNvPr>
          <p:cNvSpPr>
            <a:spLocks noGrp="1"/>
          </p:cNvSpPr>
          <p:nvPr>
            <p:ph type="body" sz="quarter" idx="22" hasCustomPrompt="1"/>
          </p:nvPr>
        </p:nvSpPr>
        <p:spPr>
          <a:xfrm>
            <a:off x="4267209" y="4097257"/>
            <a:ext cx="3639905" cy="387746"/>
          </a:xfrm>
          <a:prstGeom prst="rect">
            <a:avLst/>
          </a:prstGeom>
        </p:spPr>
        <p:txBody>
          <a:bodyPr/>
          <a:lstStyle>
            <a:lvl1pPr marL="0" indent="0" algn="l">
              <a:buNone/>
              <a:defRPr sz="1800" cap="none" spc="200" baseline="0">
                <a:solidFill>
                  <a:schemeClr val="bg1"/>
                </a:solidFill>
                <a:latin typeface="+mn-lt"/>
              </a:defRPr>
            </a:lvl1pPr>
          </a:lstStyle>
          <a:p>
            <a:pPr lvl="0"/>
            <a:r>
              <a:rPr lang="en-US" dirty="0"/>
              <a:t>Add subtitle</a:t>
            </a:r>
          </a:p>
        </p:txBody>
      </p:sp>
      <p:sp>
        <p:nvSpPr>
          <p:cNvPr id="30" name="Text Placeholder 14">
            <a:extLst>
              <a:ext uri="{FF2B5EF4-FFF2-40B4-BE49-F238E27FC236}">
                <a16:creationId xmlns:a16="http://schemas.microsoft.com/office/drawing/2014/main" id="{3099E6DD-0A81-4AD6-97AD-DB777418E5D6}"/>
              </a:ext>
            </a:extLst>
          </p:cNvPr>
          <p:cNvSpPr>
            <a:spLocks noGrp="1"/>
          </p:cNvSpPr>
          <p:nvPr>
            <p:ph type="body" sz="quarter" idx="23" hasCustomPrompt="1"/>
          </p:nvPr>
        </p:nvSpPr>
        <p:spPr>
          <a:xfrm>
            <a:off x="4267209" y="4448433"/>
            <a:ext cx="3639905" cy="481781"/>
          </a:xfrm>
          <a:prstGeom prst="rect">
            <a:avLst/>
          </a:prstGeom>
        </p:spPr>
        <p:txBody>
          <a:bodyPr/>
          <a:lstStyle>
            <a:lvl1pPr marL="0" indent="0" algn="l">
              <a:buNone/>
              <a:defRPr sz="1400" cap="none" spc="200" baseline="0">
                <a:solidFill>
                  <a:schemeClr val="bg1"/>
                </a:solidFill>
                <a:latin typeface="+mn-lt"/>
              </a:defRPr>
            </a:lvl1pPr>
          </a:lstStyle>
          <a:p>
            <a:pPr lvl="0"/>
            <a:r>
              <a:rPr lang="en-US" dirty="0"/>
              <a:t>Add subtitle</a:t>
            </a:r>
          </a:p>
        </p:txBody>
      </p:sp>
      <p:sp>
        <p:nvSpPr>
          <p:cNvPr id="31" name="Text Placeholder 10">
            <a:extLst>
              <a:ext uri="{FF2B5EF4-FFF2-40B4-BE49-F238E27FC236}">
                <a16:creationId xmlns:a16="http://schemas.microsoft.com/office/drawing/2014/main" id="{01E19938-3E97-4D01-9075-1BB1AF8DDF0B}"/>
              </a:ext>
            </a:extLst>
          </p:cNvPr>
          <p:cNvSpPr>
            <a:spLocks noGrp="1"/>
          </p:cNvSpPr>
          <p:nvPr>
            <p:ph type="body" sz="quarter" idx="24" hasCustomPrompt="1"/>
          </p:nvPr>
        </p:nvSpPr>
        <p:spPr>
          <a:xfrm>
            <a:off x="2535012" y="5046627"/>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dirty="0"/>
              <a:t>text</a:t>
            </a:r>
          </a:p>
        </p:txBody>
      </p:sp>
      <p:sp>
        <p:nvSpPr>
          <p:cNvPr id="32" name="Text Placeholder 14">
            <a:extLst>
              <a:ext uri="{FF2B5EF4-FFF2-40B4-BE49-F238E27FC236}">
                <a16:creationId xmlns:a16="http://schemas.microsoft.com/office/drawing/2014/main" id="{FA19E736-C7E5-448A-AC90-0EB1D902C0D9}"/>
              </a:ext>
            </a:extLst>
          </p:cNvPr>
          <p:cNvSpPr>
            <a:spLocks noGrp="1"/>
          </p:cNvSpPr>
          <p:nvPr>
            <p:ph type="body" sz="quarter" idx="25" hasCustomPrompt="1"/>
          </p:nvPr>
        </p:nvSpPr>
        <p:spPr>
          <a:xfrm>
            <a:off x="4258730" y="5267189"/>
            <a:ext cx="3639905" cy="387746"/>
          </a:xfrm>
          <a:prstGeom prst="rect">
            <a:avLst/>
          </a:prstGeom>
        </p:spPr>
        <p:txBody>
          <a:bodyPr/>
          <a:lstStyle>
            <a:lvl1pPr marL="0" indent="0" algn="l">
              <a:buNone/>
              <a:defRPr sz="1800" cap="none" spc="200" baseline="0">
                <a:solidFill>
                  <a:schemeClr val="bg1"/>
                </a:solidFill>
                <a:latin typeface="+mn-lt"/>
              </a:defRPr>
            </a:lvl1pPr>
          </a:lstStyle>
          <a:p>
            <a:pPr lvl="0"/>
            <a:r>
              <a:rPr lang="en-US" dirty="0"/>
              <a:t>Add subtitle</a:t>
            </a:r>
          </a:p>
        </p:txBody>
      </p:sp>
      <p:sp>
        <p:nvSpPr>
          <p:cNvPr id="33" name="Text Placeholder 14">
            <a:extLst>
              <a:ext uri="{FF2B5EF4-FFF2-40B4-BE49-F238E27FC236}">
                <a16:creationId xmlns:a16="http://schemas.microsoft.com/office/drawing/2014/main" id="{4C139082-0147-4871-8F86-8D4DFC57E881}"/>
              </a:ext>
            </a:extLst>
          </p:cNvPr>
          <p:cNvSpPr>
            <a:spLocks noGrp="1"/>
          </p:cNvSpPr>
          <p:nvPr>
            <p:ph type="body" sz="quarter" idx="26" hasCustomPrompt="1"/>
          </p:nvPr>
        </p:nvSpPr>
        <p:spPr>
          <a:xfrm>
            <a:off x="4258730" y="5618365"/>
            <a:ext cx="3639905" cy="481781"/>
          </a:xfrm>
          <a:prstGeom prst="rect">
            <a:avLst/>
          </a:prstGeom>
        </p:spPr>
        <p:txBody>
          <a:bodyPr/>
          <a:lstStyle>
            <a:lvl1pPr marL="0" indent="0" algn="l">
              <a:buNone/>
              <a:defRPr sz="1400" cap="none" spc="200" baseline="0">
                <a:solidFill>
                  <a:schemeClr val="bg1"/>
                </a:solidFill>
                <a:latin typeface="+mn-lt"/>
              </a:defRPr>
            </a:lvl1pPr>
          </a:lstStyle>
          <a:p>
            <a:pPr lvl="0"/>
            <a:r>
              <a:rPr lang="en-US" dirty="0"/>
              <a:t>Add subtitle</a:t>
            </a:r>
          </a:p>
        </p:txBody>
      </p:sp>
      <p:sp>
        <p:nvSpPr>
          <p:cNvPr id="21" name="Footer Placeholder 15">
            <a:extLst>
              <a:ext uri="{FF2B5EF4-FFF2-40B4-BE49-F238E27FC236}">
                <a16:creationId xmlns:a16="http://schemas.microsoft.com/office/drawing/2014/main" id="{97BCF052-161B-4AD4-AE2D-DED3FA964C2D}"/>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2" name="Slide Number Placeholder 16">
            <a:extLst>
              <a:ext uri="{FF2B5EF4-FFF2-40B4-BE49-F238E27FC236}">
                <a16:creationId xmlns:a16="http://schemas.microsoft.com/office/drawing/2014/main" id="{E388F47C-0B7F-4C1B-B356-52A1CB56DD0D}"/>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3" name="Date Placeholder 14">
            <a:extLst>
              <a:ext uri="{FF2B5EF4-FFF2-40B4-BE49-F238E27FC236}">
                <a16:creationId xmlns:a16="http://schemas.microsoft.com/office/drawing/2014/main" id="{4654010E-C1FB-4195-AD8B-03A8DAE012A0}"/>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2608075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pic>
        <p:nvPicPr>
          <p:cNvPr id="31" name="Graphic 30">
            <a:extLst>
              <a:ext uri="{FF2B5EF4-FFF2-40B4-BE49-F238E27FC236}">
                <a16:creationId xmlns:a16="http://schemas.microsoft.com/office/drawing/2014/main" id="{84044BB2-E43C-47D4-AA71-04F22AA35EA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C0F929B-B0E5-4A66-B6D7-462C68EF7A7F}"/>
              </a:ext>
            </a:extLst>
          </p:cNvPr>
          <p:cNvSpPr>
            <a:spLocks noGrp="1"/>
          </p:cNvSpPr>
          <p:nvPr>
            <p:ph type="title" hasCustomPrompt="1"/>
          </p:nvPr>
        </p:nvSpPr>
        <p:spPr>
          <a:xfrm>
            <a:off x="2434082" y="2232234"/>
            <a:ext cx="7323836" cy="743753"/>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24" name="Text Placeholder 14">
            <a:extLst>
              <a:ext uri="{FF2B5EF4-FFF2-40B4-BE49-F238E27FC236}">
                <a16:creationId xmlns:a16="http://schemas.microsoft.com/office/drawing/2014/main" id="{04A0468C-03A1-433C-BEB5-89CD0787ABA4}"/>
              </a:ext>
            </a:extLst>
          </p:cNvPr>
          <p:cNvSpPr>
            <a:spLocks noGrp="1"/>
          </p:cNvSpPr>
          <p:nvPr>
            <p:ph type="body" sz="quarter" idx="19" hasCustomPrompt="1"/>
          </p:nvPr>
        </p:nvSpPr>
        <p:spPr>
          <a:xfrm>
            <a:off x="1469369" y="3317783"/>
            <a:ext cx="4172533" cy="274650"/>
          </a:xfrm>
          <a:prstGeom prst="rect">
            <a:avLst/>
          </a:prstGeom>
        </p:spPr>
        <p:txBody>
          <a:bodyPr/>
          <a:lstStyle>
            <a:lvl1pPr marL="0" indent="0" algn="l">
              <a:buNone/>
              <a:defRPr sz="1600" cap="all" spc="200" baseline="0">
                <a:solidFill>
                  <a:schemeClr val="accent6"/>
                </a:solidFill>
                <a:latin typeface="+mj-lt"/>
              </a:defRPr>
            </a:lvl1pPr>
          </a:lstStyle>
          <a:p>
            <a:pPr lvl="0"/>
            <a:r>
              <a:rPr lang="en-US" dirty="0"/>
              <a:t>Add subtitle</a:t>
            </a:r>
          </a:p>
        </p:txBody>
      </p:sp>
      <p:sp>
        <p:nvSpPr>
          <p:cNvPr id="25" name="Text Placeholder 14">
            <a:extLst>
              <a:ext uri="{FF2B5EF4-FFF2-40B4-BE49-F238E27FC236}">
                <a16:creationId xmlns:a16="http://schemas.microsoft.com/office/drawing/2014/main" id="{1345DEAC-8D5A-44A0-9EA3-9A2039ADD049}"/>
              </a:ext>
            </a:extLst>
          </p:cNvPr>
          <p:cNvSpPr>
            <a:spLocks noGrp="1"/>
          </p:cNvSpPr>
          <p:nvPr>
            <p:ph type="body" sz="quarter" idx="20" hasCustomPrompt="1"/>
          </p:nvPr>
        </p:nvSpPr>
        <p:spPr>
          <a:xfrm>
            <a:off x="1469369" y="3651424"/>
            <a:ext cx="4172533" cy="2329657"/>
          </a:xfrm>
          <a:prstGeom prst="rect">
            <a:avLst/>
          </a:prstGeom>
        </p:spPr>
        <p:txBody>
          <a:bodyPr/>
          <a:lstStyle>
            <a:lvl1pPr marL="0" indent="0" algn="l">
              <a:lnSpc>
                <a:spcPct val="150000"/>
              </a:lnSpc>
              <a:spcBef>
                <a:spcPts val="0"/>
              </a:spcBef>
              <a:spcAft>
                <a:spcPts val="1200"/>
              </a:spcAft>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6" name="Text Placeholder 14">
            <a:extLst>
              <a:ext uri="{FF2B5EF4-FFF2-40B4-BE49-F238E27FC236}">
                <a16:creationId xmlns:a16="http://schemas.microsoft.com/office/drawing/2014/main" id="{D2839B01-8B79-4655-BADE-8F0A9351936D}"/>
              </a:ext>
            </a:extLst>
          </p:cNvPr>
          <p:cNvSpPr>
            <a:spLocks noGrp="1"/>
          </p:cNvSpPr>
          <p:nvPr>
            <p:ph type="body" sz="quarter" idx="21" hasCustomPrompt="1"/>
          </p:nvPr>
        </p:nvSpPr>
        <p:spPr>
          <a:xfrm>
            <a:off x="6672448" y="3317783"/>
            <a:ext cx="4172533" cy="274650"/>
          </a:xfrm>
          <a:prstGeom prst="rect">
            <a:avLst/>
          </a:prstGeom>
        </p:spPr>
        <p:txBody>
          <a:bodyPr/>
          <a:lstStyle>
            <a:lvl1pPr marL="0" indent="0" algn="l">
              <a:buNone/>
              <a:defRPr sz="1600" cap="all" spc="200" baseline="0">
                <a:solidFill>
                  <a:schemeClr val="accent6"/>
                </a:solidFill>
                <a:latin typeface="+mj-lt"/>
              </a:defRPr>
            </a:lvl1pPr>
          </a:lstStyle>
          <a:p>
            <a:pPr lvl="0"/>
            <a:r>
              <a:rPr lang="en-US" dirty="0"/>
              <a:t>Add subtitle</a:t>
            </a:r>
          </a:p>
        </p:txBody>
      </p:sp>
      <p:sp>
        <p:nvSpPr>
          <p:cNvPr id="27" name="Text Placeholder 14">
            <a:extLst>
              <a:ext uri="{FF2B5EF4-FFF2-40B4-BE49-F238E27FC236}">
                <a16:creationId xmlns:a16="http://schemas.microsoft.com/office/drawing/2014/main" id="{D0AFF7FE-E069-4C57-9F9F-909B7FE43E92}"/>
              </a:ext>
            </a:extLst>
          </p:cNvPr>
          <p:cNvSpPr>
            <a:spLocks noGrp="1"/>
          </p:cNvSpPr>
          <p:nvPr>
            <p:ph type="body" sz="quarter" idx="22" hasCustomPrompt="1"/>
          </p:nvPr>
        </p:nvSpPr>
        <p:spPr>
          <a:xfrm>
            <a:off x="6672448" y="3651424"/>
            <a:ext cx="4172533" cy="2329657"/>
          </a:xfrm>
          <a:prstGeom prst="rect">
            <a:avLst/>
          </a:prstGeom>
        </p:spPr>
        <p:txBody>
          <a:bodyPr/>
          <a:lstStyle>
            <a:lvl1pPr marL="0" indent="0" algn="l">
              <a:lnSpc>
                <a:spcPct val="150000"/>
              </a:lnSpc>
              <a:spcBef>
                <a:spcPts val="0"/>
              </a:spcBef>
              <a:spcAft>
                <a:spcPts val="1200"/>
              </a:spcAft>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1" name="Footer Placeholder 15">
            <a:extLst>
              <a:ext uri="{FF2B5EF4-FFF2-40B4-BE49-F238E27FC236}">
                <a16:creationId xmlns:a16="http://schemas.microsoft.com/office/drawing/2014/main" id="{95A4BAFB-A1C5-4E01-9E16-ED02AADB1FA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2" name="Slide Number Placeholder 16">
            <a:extLst>
              <a:ext uri="{FF2B5EF4-FFF2-40B4-BE49-F238E27FC236}">
                <a16:creationId xmlns:a16="http://schemas.microsoft.com/office/drawing/2014/main" id="{D2409207-E360-4301-9134-4DA109683DD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3" name="Date Placeholder 14">
            <a:extLst>
              <a:ext uri="{FF2B5EF4-FFF2-40B4-BE49-F238E27FC236}">
                <a16:creationId xmlns:a16="http://schemas.microsoft.com/office/drawing/2014/main" id="{F78AA50C-2DC6-46C5-B2CE-FB29A305F81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327214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172C710-E0AE-4BB2-88CC-99E77C188CA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24C9529-8AA8-4D29-9375-C579768868A4}"/>
              </a:ext>
            </a:extLst>
          </p:cNvPr>
          <p:cNvSpPr>
            <a:spLocks noGrp="1"/>
          </p:cNvSpPr>
          <p:nvPr>
            <p:ph type="title" hasCustomPrompt="1"/>
          </p:nvPr>
        </p:nvSpPr>
        <p:spPr>
          <a:xfrm>
            <a:off x="614107" y="501519"/>
            <a:ext cx="10515600" cy="492025"/>
          </a:xfrm>
          <a:prstGeom prst="rect">
            <a:avLst/>
          </a:prstGeom>
        </p:spPr>
        <p:txBody>
          <a:bodyPr/>
          <a:lstStyle>
            <a:lvl1pPr>
              <a:defRPr sz="2800" cap="all" spc="400" baseline="0">
                <a:solidFill>
                  <a:schemeClr val="bg1"/>
                </a:solidFill>
              </a:defRPr>
            </a:lvl1pPr>
          </a:lstStyle>
          <a:p>
            <a:r>
              <a:rPr lang="en-US" dirty="0"/>
              <a:t>Click to add title</a:t>
            </a:r>
          </a:p>
        </p:txBody>
      </p:sp>
      <p:sp>
        <p:nvSpPr>
          <p:cNvPr id="32" name="Text Placeholder 14">
            <a:extLst>
              <a:ext uri="{FF2B5EF4-FFF2-40B4-BE49-F238E27FC236}">
                <a16:creationId xmlns:a16="http://schemas.microsoft.com/office/drawing/2014/main" id="{68E86424-D329-4314-90E5-3475B98D2DDA}"/>
              </a:ext>
            </a:extLst>
          </p:cNvPr>
          <p:cNvSpPr>
            <a:spLocks noGrp="1"/>
          </p:cNvSpPr>
          <p:nvPr>
            <p:ph type="body" sz="quarter" idx="15" hasCustomPrompt="1"/>
          </p:nvPr>
        </p:nvSpPr>
        <p:spPr>
          <a:xfrm>
            <a:off x="3927206" y="1599947"/>
            <a:ext cx="1706965"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40" name="Text Placeholder 14">
            <a:extLst>
              <a:ext uri="{FF2B5EF4-FFF2-40B4-BE49-F238E27FC236}">
                <a16:creationId xmlns:a16="http://schemas.microsoft.com/office/drawing/2014/main" id="{64DB45FF-E618-4122-91A4-A6E4F2B7FCA0}"/>
              </a:ext>
            </a:extLst>
          </p:cNvPr>
          <p:cNvSpPr>
            <a:spLocks noGrp="1"/>
          </p:cNvSpPr>
          <p:nvPr>
            <p:ph type="body" sz="quarter" idx="20" hasCustomPrompt="1"/>
          </p:nvPr>
        </p:nvSpPr>
        <p:spPr>
          <a:xfrm>
            <a:off x="2423421" y="2378452"/>
            <a:ext cx="1183179" cy="492025"/>
          </a:xfrm>
          <a:prstGeom prst="rect">
            <a:avLst/>
          </a:prstGeom>
        </p:spPr>
        <p:txBody>
          <a:bodyPr anchor="ctr"/>
          <a:lstStyle>
            <a:lvl1pPr marL="0" indent="0" algn="ctr">
              <a:lnSpc>
                <a:spcPct val="100000"/>
              </a:lnSpc>
              <a:buNone/>
              <a:defRPr sz="1800" cap="all" spc="200" baseline="0">
                <a:solidFill>
                  <a:schemeClr val="accent3"/>
                </a:solidFill>
                <a:latin typeface="+mj-lt"/>
              </a:defRPr>
            </a:lvl1pPr>
          </a:lstStyle>
          <a:p>
            <a:pPr lvl="0"/>
            <a:r>
              <a:rPr lang="en-US" dirty="0"/>
              <a:t>Click to add name</a:t>
            </a:r>
          </a:p>
        </p:txBody>
      </p:sp>
      <p:sp>
        <p:nvSpPr>
          <p:cNvPr id="54" name="Text Placeholder 14">
            <a:extLst>
              <a:ext uri="{FF2B5EF4-FFF2-40B4-BE49-F238E27FC236}">
                <a16:creationId xmlns:a16="http://schemas.microsoft.com/office/drawing/2014/main" id="{9D03616C-C870-402E-9CD2-D61A8C881CE6}"/>
              </a:ext>
            </a:extLst>
          </p:cNvPr>
          <p:cNvSpPr>
            <a:spLocks noGrp="1"/>
          </p:cNvSpPr>
          <p:nvPr>
            <p:ph type="body" sz="quarter" idx="26" hasCustomPrompt="1"/>
          </p:nvPr>
        </p:nvSpPr>
        <p:spPr>
          <a:xfrm>
            <a:off x="5443586" y="2129182"/>
            <a:ext cx="1706965" cy="1048575"/>
          </a:xfrm>
          <a:prstGeom prst="rect">
            <a:avLst/>
          </a:prstGeom>
        </p:spPr>
        <p:txBody>
          <a:bodyPr anchor="ctr"/>
          <a:lstStyle>
            <a:lvl1pPr marL="0" indent="0" algn="ctr">
              <a:lnSpc>
                <a:spcPct val="100000"/>
              </a:lnSpc>
              <a:buNone/>
              <a:defRPr sz="1600" cap="all" spc="200" baseline="0">
                <a:solidFill>
                  <a:schemeClr val="bg1"/>
                </a:solidFill>
                <a:latin typeface="+mj-lt"/>
              </a:defRPr>
            </a:lvl1pPr>
          </a:lstStyle>
          <a:p>
            <a:pPr lvl="0"/>
            <a:r>
              <a:rPr lang="en-US" dirty="0"/>
              <a:t>Click to add name</a:t>
            </a:r>
          </a:p>
        </p:txBody>
      </p:sp>
      <p:sp>
        <p:nvSpPr>
          <p:cNvPr id="49" name="Text Placeholder 14">
            <a:extLst>
              <a:ext uri="{FF2B5EF4-FFF2-40B4-BE49-F238E27FC236}">
                <a16:creationId xmlns:a16="http://schemas.microsoft.com/office/drawing/2014/main" id="{1EFBBB7D-BA85-47E3-B62F-AA1F2F44FB51}"/>
              </a:ext>
            </a:extLst>
          </p:cNvPr>
          <p:cNvSpPr>
            <a:spLocks noGrp="1"/>
          </p:cNvSpPr>
          <p:nvPr>
            <p:ph type="body" sz="quarter" idx="25" hasCustomPrompt="1"/>
          </p:nvPr>
        </p:nvSpPr>
        <p:spPr>
          <a:xfrm>
            <a:off x="1234399" y="3528829"/>
            <a:ext cx="1209143"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38" name="Text Placeholder 14">
            <a:extLst>
              <a:ext uri="{FF2B5EF4-FFF2-40B4-BE49-F238E27FC236}">
                <a16:creationId xmlns:a16="http://schemas.microsoft.com/office/drawing/2014/main" id="{956FCC53-780F-4831-91B6-1F8A24502CB9}"/>
              </a:ext>
            </a:extLst>
          </p:cNvPr>
          <p:cNvSpPr>
            <a:spLocks noGrp="1"/>
          </p:cNvSpPr>
          <p:nvPr>
            <p:ph type="body" sz="quarter" idx="19" hasCustomPrompt="1"/>
          </p:nvPr>
        </p:nvSpPr>
        <p:spPr>
          <a:xfrm>
            <a:off x="7131018" y="3528829"/>
            <a:ext cx="1380681"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44" name="Text Placeholder 14">
            <a:extLst>
              <a:ext uri="{FF2B5EF4-FFF2-40B4-BE49-F238E27FC236}">
                <a16:creationId xmlns:a16="http://schemas.microsoft.com/office/drawing/2014/main" id="{5A939BCA-4047-481F-B0C2-85F9AFDDFAFF}"/>
              </a:ext>
            </a:extLst>
          </p:cNvPr>
          <p:cNvSpPr>
            <a:spLocks noGrp="1"/>
          </p:cNvSpPr>
          <p:nvPr>
            <p:ph type="body" sz="quarter" idx="22" hasCustomPrompt="1"/>
          </p:nvPr>
        </p:nvSpPr>
        <p:spPr>
          <a:xfrm>
            <a:off x="1322436" y="4634331"/>
            <a:ext cx="1183179" cy="492025"/>
          </a:xfrm>
          <a:prstGeom prst="rect">
            <a:avLst/>
          </a:prstGeom>
        </p:spPr>
        <p:txBody>
          <a:bodyPr anchor="ctr"/>
          <a:lstStyle>
            <a:lvl1pPr marL="0" indent="0" algn="ctr">
              <a:lnSpc>
                <a:spcPct val="100000"/>
              </a:lnSpc>
              <a:buNone/>
              <a:defRPr sz="1800" cap="all" spc="200" baseline="0">
                <a:solidFill>
                  <a:schemeClr val="accent1">
                    <a:lumMod val="50000"/>
                    <a:lumOff val="50000"/>
                  </a:schemeClr>
                </a:solidFill>
                <a:latin typeface="+mj-lt"/>
              </a:defRPr>
            </a:lvl1pPr>
          </a:lstStyle>
          <a:p>
            <a:pPr lvl="0"/>
            <a:r>
              <a:rPr lang="en-US" dirty="0"/>
              <a:t>Click to add name</a:t>
            </a:r>
          </a:p>
        </p:txBody>
      </p:sp>
      <p:sp>
        <p:nvSpPr>
          <p:cNvPr id="42" name="Text Placeholder 14">
            <a:extLst>
              <a:ext uri="{FF2B5EF4-FFF2-40B4-BE49-F238E27FC236}">
                <a16:creationId xmlns:a16="http://schemas.microsoft.com/office/drawing/2014/main" id="{EEACD572-F95D-4ABE-9CC6-03D3CAF89EBF}"/>
              </a:ext>
            </a:extLst>
          </p:cNvPr>
          <p:cNvSpPr>
            <a:spLocks noGrp="1"/>
          </p:cNvSpPr>
          <p:nvPr>
            <p:ph type="body" sz="quarter" idx="21" hasCustomPrompt="1"/>
          </p:nvPr>
        </p:nvSpPr>
        <p:spPr>
          <a:xfrm>
            <a:off x="2859913" y="4459860"/>
            <a:ext cx="1183179" cy="492025"/>
          </a:xfrm>
          <a:prstGeom prst="rect">
            <a:avLst/>
          </a:prstGeom>
        </p:spPr>
        <p:txBody>
          <a:bodyPr anchor="ctr"/>
          <a:lstStyle>
            <a:lvl1pPr marL="0" indent="0" algn="ctr">
              <a:lnSpc>
                <a:spcPct val="100000"/>
              </a:lnSpc>
              <a:buNone/>
              <a:defRPr sz="1800" cap="all" spc="200" baseline="0">
                <a:solidFill>
                  <a:schemeClr val="accent5"/>
                </a:solidFill>
                <a:latin typeface="+mj-lt"/>
              </a:defRPr>
            </a:lvl1pPr>
          </a:lstStyle>
          <a:p>
            <a:pPr lvl="0"/>
            <a:r>
              <a:rPr lang="en-US" dirty="0"/>
              <a:t>Click to add name</a:t>
            </a:r>
          </a:p>
        </p:txBody>
      </p:sp>
      <p:sp>
        <p:nvSpPr>
          <p:cNvPr id="46" name="Text Placeholder 14">
            <a:extLst>
              <a:ext uri="{FF2B5EF4-FFF2-40B4-BE49-F238E27FC236}">
                <a16:creationId xmlns:a16="http://schemas.microsoft.com/office/drawing/2014/main" id="{F21A51C9-DB80-45BF-8C5D-A0236927289E}"/>
              </a:ext>
            </a:extLst>
          </p:cNvPr>
          <p:cNvSpPr>
            <a:spLocks noGrp="1"/>
          </p:cNvSpPr>
          <p:nvPr>
            <p:ph type="body" sz="quarter" idx="23" hasCustomPrompt="1"/>
          </p:nvPr>
        </p:nvSpPr>
        <p:spPr>
          <a:xfrm>
            <a:off x="5237403" y="4321788"/>
            <a:ext cx="1183179" cy="492025"/>
          </a:xfrm>
          <a:prstGeom prst="rect">
            <a:avLst/>
          </a:prstGeom>
        </p:spPr>
        <p:txBody>
          <a:bodyPr anchor="ctr"/>
          <a:lstStyle>
            <a:lvl1pPr marL="0" indent="0" algn="ctr">
              <a:lnSpc>
                <a:spcPct val="100000"/>
              </a:lnSpc>
              <a:buNone/>
              <a:defRPr sz="1800" cap="all" spc="200" baseline="0">
                <a:solidFill>
                  <a:schemeClr val="accent6">
                    <a:lumMod val="75000"/>
                  </a:schemeClr>
                </a:solidFill>
                <a:latin typeface="+mj-lt"/>
              </a:defRPr>
            </a:lvl1pPr>
          </a:lstStyle>
          <a:p>
            <a:pPr lvl="0"/>
            <a:r>
              <a:rPr lang="en-US" dirty="0"/>
              <a:t>Click to add name</a:t>
            </a:r>
          </a:p>
        </p:txBody>
      </p:sp>
      <p:sp>
        <p:nvSpPr>
          <p:cNvPr id="34" name="Text Placeholder 14">
            <a:extLst>
              <a:ext uri="{FF2B5EF4-FFF2-40B4-BE49-F238E27FC236}">
                <a16:creationId xmlns:a16="http://schemas.microsoft.com/office/drawing/2014/main" id="{AAF01185-D17F-4327-A264-7BA944344077}"/>
              </a:ext>
            </a:extLst>
          </p:cNvPr>
          <p:cNvSpPr>
            <a:spLocks noGrp="1"/>
          </p:cNvSpPr>
          <p:nvPr>
            <p:ph type="body" sz="quarter" idx="17" hasCustomPrompt="1"/>
          </p:nvPr>
        </p:nvSpPr>
        <p:spPr>
          <a:xfrm>
            <a:off x="3927206" y="5468790"/>
            <a:ext cx="1706965"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48" name="Text Placeholder 14">
            <a:extLst>
              <a:ext uri="{FF2B5EF4-FFF2-40B4-BE49-F238E27FC236}">
                <a16:creationId xmlns:a16="http://schemas.microsoft.com/office/drawing/2014/main" id="{0F026DA0-6868-4098-AA73-18F8CB275090}"/>
              </a:ext>
            </a:extLst>
          </p:cNvPr>
          <p:cNvSpPr>
            <a:spLocks noGrp="1"/>
          </p:cNvSpPr>
          <p:nvPr>
            <p:ph type="body" sz="quarter" idx="24" hasCustomPrompt="1"/>
          </p:nvPr>
        </p:nvSpPr>
        <p:spPr>
          <a:xfrm>
            <a:off x="6486546" y="5195673"/>
            <a:ext cx="1183179" cy="492025"/>
          </a:xfrm>
          <a:prstGeom prst="rect">
            <a:avLst/>
          </a:prstGeom>
        </p:spPr>
        <p:txBody>
          <a:bodyPr anchor="ctr"/>
          <a:lstStyle>
            <a:lvl1pPr marL="0" indent="0" algn="ctr">
              <a:lnSpc>
                <a:spcPct val="100000"/>
              </a:lnSpc>
              <a:buNone/>
              <a:defRPr sz="1800" cap="all" spc="200" baseline="0">
                <a:solidFill>
                  <a:schemeClr val="bg1">
                    <a:lumMod val="75000"/>
                  </a:schemeClr>
                </a:solidFill>
                <a:latin typeface="+mj-lt"/>
              </a:defRPr>
            </a:lvl1pPr>
          </a:lstStyle>
          <a:p>
            <a:pPr lvl="0"/>
            <a:r>
              <a:rPr lang="en-US" dirty="0"/>
              <a:t>Click to add name</a:t>
            </a:r>
          </a:p>
        </p:txBody>
      </p:sp>
      <p:cxnSp>
        <p:nvCxnSpPr>
          <p:cNvPr id="17" name="Straight Connector 16">
            <a:extLst>
              <a:ext uri="{FF2B5EF4-FFF2-40B4-BE49-F238E27FC236}">
                <a16:creationId xmlns:a16="http://schemas.microsoft.com/office/drawing/2014/main" id="{C6886378-0368-485F-8D6E-3C9CB4C63C1F}"/>
              </a:ext>
              <a:ext uri="{C183D7F6-B498-43B3-948B-1728B52AA6E4}">
                <adec:decorative xmlns:adec="http://schemas.microsoft.com/office/drawing/2017/decorative" val="1"/>
              </a:ext>
            </a:extLst>
          </p:cNvPr>
          <p:cNvCxnSpPr>
            <a:cxnSpLocks/>
          </p:cNvCxnSpPr>
          <p:nvPr userDrawn="1"/>
        </p:nvCxnSpPr>
        <p:spPr>
          <a:xfrm>
            <a:off x="2447369" y="3774842"/>
            <a:ext cx="4683649"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8EB2C4E-9EF3-4CC7-9BDE-ED5598CCBF65}"/>
              </a:ext>
              <a:ext uri="{C183D7F6-B498-43B3-948B-1728B52AA6E4}">
                <adec:decorative xmlns:adec="http://schemas.microsoft.com/office/drawing/2017/decorative" val="1"/>
              </a:ext>
            </a:extLst>
          </p:cNvPr>
          <p:cNvCxnSpPr>
            <a:cxnSpLocks/>
          </p:cNvCxnSpPr>
          <p:nvPr userDrawn="1"/>
        </p:nvCxnSpPr>
        <p:spPr>
          <a:xfrm flipV="1">
            <a:off x="4780689" y="2091972"/>
            <a:ext cx="4678" cy="337681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Footer Placeholder 15">
            <a:extLst>
              <a:ext uri="{FF2B5EF4-FFF2-40B4-BE49-F238E27FC236}">
                <a16:creationId xmlns:a16="http://schemas.microsoft.com/office/drawing/2014/main" id="{95A4BAFB-A1C5-4E01-9E16-ED02AADB1FA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2" name="Slide Number Placeholder 16">
            <a:extLst>
              <a:ext uri="{FF2B5EF4-FFF2-40B4-BE49-F238E27FC236}">
                <a16:creationId xmlns:a16="http://schemas.microsoft.com/office/drawing/2014/main" id="{D2409207-E360-4301-9134-4DA109683DD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1"/>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3" name="Date Placeholder 14">
            <a:extLst>
              <a:ext uri="{FF2B5EF4-FFF2-40B4-BE49-F238E27FC236}">
                <a16:creationId xmlns:a16="http://schemas.microsoft.com/office/drawing/2014/main" id="{F78AA50C-2DC6-46C5-B2CE-FB29A305F81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27945453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EDCC43F-6D79-4D9A-A842-74287B40D33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3371"/>
            <a:ext cx="12192000" cy="6858000"/>
          </a:xfrm>
          <a:prstGeom prst="rect">
            <a:avLst/>
          </a:prstGeom>
        </p:spPr>
      </p:pic>
      <p:sp>
        <p:nvSpPr>
          <p:cNvPr id="3" name="Title 2">
            <a:extLst>
              <a:ext uri="{FF2B5EF4-FFF2-40B4-BE49-F238E27FC236}">
                <a16:creationId xmlns:a16="http://schemas.microsoft.com/office/drawing/2014/main" id="{A8255D77-6260-4F8F-86E3-D0AAF36FA403}"/>
              </a:ext>
            </a:extLst>
          </p:cNvPr>
          <p:cNvSpPr>
            <a:spLocks noGrp="1"/>
          </p:cNvSpPr>
          <p:nvPr>
            <p:ph type="title" hasCustomPrompt="1"/>
          </p:nvPr>
        </p:nvSpPr>
        <p:spPr>
          <a:xfrm>
            <a:off x="3294345" y="1158710"/>
            <a:ext cx="5611660" cy="677782"/>
          </a:xfrm>
          <a:prstGeom prst="rect">
            <a:avLst/>
          </a:prstGeom>
        </p:spPr>
        <p:txBody>
          <a:bodyPr anchor="b"/>
          <a:lstStyle>
            <a:lvl1pPr algn="ctr">
              <a:defRPr sz="2800" cap="all" spc="400" baseline="0">
                <a:solidFill>
                  <a:schemeClr val="bg1"/>
                </a:solidFill>
              </a:defRPr>
            </a:lvl1pPr>
          </a:lstStyle>
          <a:p>
            <a:r>
              <a:rPr lang="en-US" dirty="0"/>
              <a:t>Click to add title</a:t>
            </a:r>
          </a:p>
        </p:txBody>
      </p:sp>
      <p:sp>
        <p:nvSpPr>
          <p:cNvPr id="8" name="Text Placeholder 14">
            <a:extLst>
              <a:ext uri="{FF2B5EF4-FFF2-40B4-BE49-F238E27FC236}">
                <a16:creationId xmlns:a16="http://schemas.microsoft.com/office/drawing/2014/main" id="{5C91A828-665B-4FC2-950E-370DF47348CE}"/>
              </a:ext>
            </a:extLst>
          </p:cNvPr>
          <p:cNvSpPr>
            <a:spLocks noGrp="1"/>
          </p:cNvSpPr>
          <p:nvPr>
            <p:ph type="body" sz="quarter" idx="19" hasCustomPrompt="1"/>
          </p:nvPr>
        </p:nvSpPr>
        <p:spPr>
          <a:xfrm>
            <a:off x="3519730" y="1836492"/>
            <a:ext cx="5152539" cy="718457"/>
          </a:xfrm>
          <a:prstGeom prst="rect">
            <a:avLst/>
          </a:prstGeom>
        </p:spPr>
        <p:txBody>
          <a:bodyPr/>
          <a:lstStyle>
            <a:lvl1pPr marL="0" indent="0" algn="ctr">
              <a:buNone/>
              <a:defRPr sz="1800" cap="none" spc="200" baseline="0">
                <a:solidFill>
                  <a:schemeClr val="bg1"/>
                </a:solidFill>
                <a:latin typeface="+mn-lt"/>
              </a:defRPr>
            </a:lvl1pPr>
          </a:lstStyle>
          <a:p>
            <a:pPr lvl="0"/>
            <a:r>
              <a:rPr lang="en-US" dirty="0"/>
              <a:t>Add subtitle</a:t>
            </a:r>
          </a:p>
        </p:txBody>
      </p:sp>
      <p:sp>
        <p:nvSpPr>
          <p:cNvPr id="10" name="Text Placeholder 14">
            <a:extLst>
              <a:ext uri="{FF2B5EF4-FFF2-40B4-BE49-F238E27FC236}">
                <a16:creationId xmlns:a16="http://schemas.microsoft.com/office/drawing/2014/main" id="{0BE18AA7-27E7-4763-A428-079E43A450DA}"/>
              </a:ext>
            </a:extLst>
          </p:cNvPr>
          <p:cNvSpPr>
            <a:spLocks noGrp="1"/>
          </p:cNvSpPr>
          <p:nvPr>
            <p:ph type="body" sz="quarter" idx="26" hasCustomPrompt="1"/>
          </p:nvPr>
        </p:nvSpPr>
        <p:spPr>
          <a:xfrm>
            <a:off x="1833290"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7" name="Text Placeholder 14">
            <a:extLst>
              <a:ext uri="{FF2B5EF4-FFF2-40B4-BE49-F238E27FC236}">
                <a16:creationId xmlns:a16="http://schemas.microsoft.com/office/drawing/2014/main" id="{6ED488B3-3B38-4DE8-8789-E9C406DB6525}"/>
              </a:ext>
            </a:extLst>
          </p:cNvPr>
          <p:cNvSpPr>
            <a:spLocks noGrp="1"/>
          </p:cNvSpPr>
          <p:nvPr>
            <p:ph type="body" sz="quarter" idx="27" hasCustomPrompt="1"/>
          </p:nvPr>
        </p:nvSpPr>
        <p:spPr>
          <a:xfrm>
            <a:off x="5053332"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9" name="Text Placeholder 14">
            <a:extLst>
              <a:ext uri="{FF2B5EF4-FFF2-40B4-BE49-F238E27FC236}">
                <a16:creationId xmlns:a16="http://schemas.microsoft.com/office/drawing/2014/main" id="{5717E8AA-E5DC-43D1-BED9-1A8F554EB61F}"/>
              </a:ext>
            </a:extLst>
          </p:cNvPr>
          <p:cNvSpPr>
            <a:spLocks noGrp="1"/>
          </p:cNvSpPr>
          <p:nvPr>
            <p:ph type="body" sz="quarter" idx="28" hasCustomPrompt="1"/>
          </p:nvPr>
        </p:nvSpPr>
        <p:spPr>
          <a:xfrm>
            <a:off x="8197008"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20" name="Text Placeholder 14">
            <a:extLst>
              <a:ext uri="{FF2B5EF4-FFF2-40B4-BE49-F238E27FC236}">
                <a16:creationId xmlns:a16="http://schemas.microsoft.com/office/drawing/2014/main" id="{83A9D178-AD0E-4E87-97B3-88B79A533B1B}"/>
              </a:ext>
            </a:extLst>
          </p:cNvPr>
          <p:cNvSpPr>
            <a:spLocks noGrp="1"/>
          </p:cNvSpPr>
          <p:nvPr>
            <p:ph type="body" sz="quarter" idx="13" hasCustomPrompt="1"/>
          </p:nvPr>
        </p:nvSpPr>
        <p:spPr>
          <a:xfrm>
            <a:off x="1462028" y="4704557"/>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dirty="0"/>
              <a:t>Click to add text</a:t>
            </a:r>
          </a:p>
        </p:txBody>
      </p:sp>
      <p:sp>
        <p:nvSpPr>
          <p:cNvPr id="21" name="Text Placeholder 14">
            <a:extLst>
              <a:ext uri="{FF2B5EF4-FFF2-40B4-BE49-F238E27FC236}">
                <a16:creationId xmlns:a16="http://schemas.microsoft.com/office/drawing/2014/main" id="{BF8B39EE-8EB7-4880-A9FE-9F98D23984F3}"/>
              </a:ext>
            </a:extLst>
          </p:cNvPr>
          <p:cNvSpPr>
            <a:spLocks noGrp="1"/>
          </p:cNvSpPr>
          <p:nvPr>
            <p:ph type="body" sz="quarter" idx="29" hasCustomPrompt="1"/>
          </p:nvPr>
        </p:nvSpPr>
        <p:spPr>
          <a:xfrm>
            <a:off x="4691306" y="4704558"/>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dirty="0"/>
              <a:t>Click to add text</a:t>
            </a:r>
          </a:p>
        </p:txBody>
      </p:sp>
      <p:sp>
        <p:nvSpPr>
          <p:cNvPr id="22" name="Text Placeholder 14">
            <a:extLst>
              <a:ext uri="{FF2B5EF4-FFF2-40B4-BE49-F238E27FC236}">
                <a16:creationId xmlns:a16="http://schemas.microsoft.com/office/drawing/2014/main" id="{C74686F1-FD3B-4529-9DBC-C6E34312C5CF}"/>
              </a:ext>
            </a:extLst>
          </p:cNvPr>
          <p:cNvSpPr>
            <a:spLocks noGrp="1"/>
          </p:cNvSpPr>
          <p:nvPr>
            <p:ph type="body" sz="quarter" idx="30" hasCustomPrompt="1"/>
          </p:nvPr>
        </p:nvSpPr>
        <p:spPr>
          <a:xfrm>
            <a:off x="7834982" y="4704557"/>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dirty="0"/>
              <a:t>Click to add text</a:t>
            </a:r>
          </a:p>
        </p:txBody>
      </p:sp>
      <p:sp>
        <p:nvSpPr>
          <p:cNvPr id="12" name="Footer Placeholder 15">
            <a:extLst>
              <a:ext uri="{FF2B5EF4-FFF2-40B4-BE49-F238E27FC236}">
                <a16:creationId xmlns:a16="http://schemas.microsoft.com/office/drawing/2014/main" id="{0A8B5FF2-6B96-4FE7-A6ED-0C89D74FAD0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B8BB57A8-7823-42A3-BA84-96690BFFDC3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902A41BF-FE61-48B9-A0B1-94AAB15381BA}"/>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858706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pic>
        <p:nvPicPr>
          <p:cNvPr id="36" name="Graphic 35">
            <a:extLst>
              <a:ext uri="{FF2B5EF4-FFF2-40B4-BE49-F238E27FC236}">
                <a16:creationId xmlns:a16="http://schemas.microsoft.com/office/drawing/2014/main" id="{41C2529C-151F-488B-A358-D60A3D5521D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3371"/>
            <a:ext cx="12192000" cy="6858000"/>
          </a:xfrm>
          <a:prstGeom prst="rect">
            <a:avLst/>
          </a:prstGeom>
        </p:spPr>
      </p:pic>
      <p:sp>
        <p:nvSpPr>
          <p:cNvPr id="2" name="Title 1">
            <a:extLst>
              <a:ext uri="{FF2B5EF4-FFF2-40B4-BE49-F238E27FC236}">
                <a16:creationId xmlns:a16="http://schemas.microsoft.com/office/drawing/2014/main" id="{53E2EB21-CF4E-4578-820A-EACF488B1712}"/>
              </a:ext>
            </a:extLst>
          </p:cNvPr>
          <p:cNvSpPr>
            <a:spLocks noGrp="1"/>
          </p:cNvSpPr>
          <p:nvPr>
            <p:ph type="title" hasCustomPrompt="1"/>
          </p:nvPr>
        </p:nvSpPr>
        <p:spPr>
          <a:xfrm>
            <a:off x="3356975" y="1144939"/>
            <a:ext cx="5473874" cy="687833"/>
          </a:xfrm>
          <a:prstGeom prst="rect">
            <a:avLst/>
          </a:prstGeom>
        </p:spPr>
        <p:txBody>
          <a:bodyPr anchor="b"/>
          <a:lstStyle>
            <a:lvl1pPr algn="ctr">
              <a:defRPr sz="2800" cap="all" spc="400" baseline="0">
                <a:solidFill>
                  <a:schemeClr val="bg1"/>
                </a:solidFill>
              </a:defRPr>
            </a:lvl1pPr>
          </a:lstStyle>
          <a:p>
            <a:r>
              <a:rPr lang="en-US" dirty="0"/>
              <a:t>Click to add title</a:t>
            </a:r>
          </a:p>
        </p:txBody>
      </p:sp>
      <p:sp>
        <p:nvSpPr>
          <p:cNvPr id="10" name="Text Placeholder 14">
            <a:extLst>
              <a:ext uri="{FF2B5EF4-FFF2-40B4-BE49-F238E27FC236}">
                <a16:creationId xmlns:a16="http://schemas.microsoft.com/office/drawing/2014/main" id="{7F450FCB-3FE4-489F-A4BA-4BF492C226C5}"/>
              </a:ext>
            </a:extLst>
          </p:cNvPr>
          <p:cNvSpPr>
            <a:spLocks noGrp="1"/>
          </p:cNvSpPr>
          <p:nvPr>
            <p:ph type="body" sz="quarter" idx="19" hasCustomPrompt="1"/>
          </p:nvPr>
        </p:nvSpPr>
        <p:spPr>
          <a:xfrm>
            <a:off x="3519730" y="1836492"/>
            <a:ext cx="5152539" cy="718457"/>
          </a:xfrm>
          <a:prstGeom prst="rect">
            <a:avLst/>
          </a:prstGeom>
        </p:spPr>
        <p:txBody>
          <a:bodyPr/>
          <a:lstStyle>
            <a:lvl1pPr marL="0" indent="0" algn="ctr">
              <a:buNone/>
              <a:defRPr sz="1800" cap="none" spc="200" baseline="0">
                <a:solidFill>
                  <a:schemeClr val="bg1"/>
                </a:solidFill>
                <a:latin typeface="+mn-lt"/>
              </a:defRPr>
            </a:lvl1pPr>
          </a:lstStyle>
          <a:p>
            <a:pPr lvl="0"/>
            <a:r>
              <a:rPr lang="en-US" dirty="0"/>
              <a:t>Add subtitle</a:t>
            </a:r>
          </a:p>
        </p:txBody>
      </p:sp>
      <p:sp>
        <p:nvSpPr>
          <p:cNvPr id="39" name="Text Placeholder 10">
            <a:extLst>
              <a:ext uri="{FF2B5EF4-FFF2-40B4-BE49-F238E27FC236}">
                <a16:creationId xmlns:a16="http://schemas.microsoft.com/office/drawing/2014/main" id="{EB6054A1-FB6D-4599-BAA9-5A51A0FA8C5C}"/>
              </a:ext>
            </a:extLst>
          </p:cNvPr>
          <p:cNvSpPr>
            <a:spLocks noGrp="1"/>
          </p:cNvSpPr>
          <p:nvPr>
            <p:ph type="body" sz="quarter" idx="24" hasCustomPrompt="1"/>
          </p:nvPr>
        </p:nvSpPr>
        <p:spPr>
          <a:xfrm>
            <a:off x="963991" y="2822318"/>
            <a:ext cx="3574251" cy="448769"/>
          </a:xfrm>
          <a:prstGeom prst="rect">
            <a:avLst/>
          </a:prstGeom>
        </p:spPr>
        <p:txBody>
          <a:bodyPr/>
          <a:lstStyle>
            <a:lvl1pPr marL="0" indent="0" algn="l">
              <a:buNone/>
              <a:defRPr sz="1600" cap="none" spc="200" baseline="0">
                <a:solidFill>
                  <a:schemeClr val="bg1"/>
                </a:solidFill>
                <a:latin typeface="+mj-lt"/>
              </a:defRPr>
            </a:lvl1pPr>
          </a:lstStyle>
          <a:p>
            <a:pPr lvl="0"/>
            <a:r>
              <a:rPr lang="en-US" dirty="0"/>
              <a:t>Click to add title</a:t>
            </a:r>
          </a:p>
        </p:txBody>
      </p:sp>
      <p:sp>
        <p:nvSpPr>
          <p:cNvPr id="4" name="Content Placeholder 3">
            <a:extLst>
              <a:ext uri="{FF2B5EF4-FFF2-40B4-BE49-F238E27FC236}">
                <a16:creationId xmlns:a16="http://schemas.microsoft.com/office/drawing/2014/main" id="{95054896-ABA6-49DF-9D5D-B2E6224DD442}"/>
              </a:ext>
            </a:extLst>
          </p:cNvPr>
          <p:cNvSpPr>
            <a:spLocks noGrp="1"/>
          </p:cNvSpPr>
          <p:nvPr>
            <p:ph sz="quarter" idx="32"/>
          </p:nvPr>
        </p:nvSpPr>
        <p:spPr>
          <a:xfrm>
            <a:off x="866775" y="3333750"/>
            <a:ext cx="4352925" cy="263683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10">
            <a:extLst>
              <a:ext uri="{FF2B5EF4-FFF2-40B4-BE49-F238E27FC236}">
                <a16:creationId xmlns:a16="http://schemas.microsoft.com/office/drawing/2014/main" id="{5E9FFDEA-766B-48BC-B5E5-F06563BF4DE9}"/>
              </a:ext>
            </a:extLst>
          </p:cNvPr>
          <p:cNvSpPr>
            <a:spLocks noGrp="1"/>
          </p:cNvSpPr>
          <p:nvPr>
            <p:ph type="body" sz="quarter" idx="25" hasCustomPrompt="1"/>
          </p:nvPr>
        </p:nvSpPr>
        <p:spPr>
          <a:xfrm>
            <a:off x="6479875" y="2829932"/>
            <a:ext cx="3574251" cy="448769"/>
          </a:xfrm>
          <a:prstGeom prst="rect">
            <a:avLst/>
          </a:prstGeom>
        </p:spPr>
        <p:txBody>
          <a:bodyPr/>
          <a:lstStyle>
            <a:lvl1pPr marL="0" indent="0" algn="l">
              <a:buNone/>
              <a:defRPr sz="1600" cap="none" spc="200" baseline="0">
                <a:solidFill>
                  <a:schemeClr val="bg1"/>
                </a:solidFill>
                <a:latin typeface="+mj-lt"/>
              </a:defRPr>
            </a:lvl1pPr>
          </a:lstStyle>
          <a:p>
            <a:pPr lvl="0"/>
            <a:r>
              <a:rPr lang="en-US" dirty="0"/>
              <a:t>Click to add title</a:t>
            </a:r>
          </a:p>
        </p:txBody>
      </p:sp>
      <p:sp>
        <p:nvSpPr>
          <p:cNvPr id="12" name="Footer Placeholder 15">
            <a:extLst>
              <a:ext uri="{FF2B5EF4-FFF2-40B4-BE49-F238E27FC236}">
                <a16:creationId xmlns:a16="http://schemas.microsoft.com/office/drawing/2014/main" id="{067B5EA1-9C03-415F-A792-0E81289DB3BC}"/>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258AB827-653F-449B-8FE9-EC1E4F1C15B3}"/>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045230A5-30E4-4168-93C9-124C889B63F7}"/>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
        <p:nvSpPr>
          <p:cNvPr id="34" name="Content Placeholder 3">
            <a:extLst>
              <a:ext uri="{FF2B5EF4-FFF2-40B4-BE49-F238E27FC236}">
                <a16:creationId xmlns:a16="http://schemas.microsoft.com/office/drawing/2014/main" id="{C1979EE6-6944-48F0-87CE-65E90A3ACC71}"/>
              </a:ext>
            </a:extLst>
          </p:cNvPr>
          <p:cNvSpPr>
            <a:spLocks noGrp="1"/>
          </p:cNvSpPr>
          <p:nvPr>
            <p:ph sz="quarter" idx="33"/>
          </p:nvPr>
        </p:nvSpPr>
        <p:spPr>
          <a:xfrm>
            <a:off x="6433647" y="3333750"/>
            <a:ext cx="4352925" cy="263683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2514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Year Action Plan">
    <p:spTree>
      <p:nvGrpSpPr>
        <p:cNvPr id="1" name=""/>
        <p:cNvGrpSpPr/>
        <p:nvPr/>
      </p:nvGrpSpPr>
      <p:grpSpPr>
        <a:xfrm>
          <a:off x="0" y="0"/>
          <a:ext cx="0" cy="0"/>
          <a:chOff x="0" y="0"/>
          <a:chExt cx="0" cy="0"/>
        </a:xfrm>
      </p:grpSpPr>
      <p:pic>
        <p:nvPicPr>
          <p:cNvPr id="120" name="Graphic 119">
            <a:extLst>
              <a:ext uri="{FF2B5EF4-FFF2-40B4-BE49-F238E27FC236}">
                <a16:creationId xmlns:a16="http://schemas.microsoft.com/office/drawing/2014/main" id="{0D59F18F-5BD3-4E80-A69E-6D92DA9BB54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grpSp>
        <p:nvGrpSpPr>
          <p:cNvPr id="100" name="Group 99">
            <a:extLst>
              <a:ext uri="{FF2B5EF4-FFF2-40B4-BE49-F238E27FC236}">
                <a16:creationId xmlns:a16="http://schemas.microsoft.com/office/drawing/2014/main" id="{79CFC79B-A403-4086-AB1A-E4F1F5AC31F2}"/>
              </a:ext>
              <a:ext uri="{C183D7F6-B498-43B3-948B-1728B52AA6E4}">
                <adec:decorative xmlns:adec="http://schemas.microsoft.com/office/drawing/2017/decorative" val="1"/>
              </a:ext>
            </a:extLst>
          </p:cNvPr>
          <p:cNvGrpSpPr/>
          <p:nvPr userDrawn="1"/>
        </p:nvGrpSpPr>
        <p:grpSpPr>
          <a:xfrm>
            <a:off x="2010137" y="2689356"/>
            <a:ext cx="8510121" cy="0"/>
            <a:chOff x="1504814" y="2488864"/>
            <a:chExt cx="8510121" cy="0"/>
          </a:xfrm>
        </p:grpSpPr>
        <p:cxnSp>
          <p:nvCxnSpPr>
            <p:cNvPr id="79" name="Straight Connector 78">
              <a:extLst>
                <a:ext uri="{FF2B5EF4-FFF2-40B4-BE49-F238E27FC236}">
                  <a16:creationId xmlns:a16="http://schemas.microsoft.com/office/drawing/2014/main" id="{3993C126-30E8-42C9-97ED-B7968CE61D87}"/>
                </a:ext>
              </a:extLst>
            </p:cNvPr>
            <p:cNvCxnSpPr>
              <a:cxnSpLocks/>
            </p:cNvCxnSpPr>
            <p:nvPr userDrawn="1"/>
          </p:nvCxnSpPr>
          <p:spPr>
            <a:xfrm>
              <a:off x="1504814"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710C08B4-5A67-4383-9733-CF6DCA952D8F}"/>
                </a:ext>
              </a:extLst>
            </p:cNvPr>
            <p:cNvCxnSpPr>
              <a:cxnSpLocks/>
            </p:cNvCxnSpPr>
            <p:nvPr userDrawn="1"/>
          </p:nvCxnSpPr>
          <p:spPr>
            <a:xfrm>
              <a:off x="2301137"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736A6D3-72B8-4ADD-83D7-F905F1EB82FE}"/>
                </a:ext>
              </a:extLst>
            </p:cNvPr>
            <p:cNvCxnSpPr>
              <a:cxnSpLocks/>
            </p:cNvCxnSpPr>
            <p:nvPr userDrawn="1"/>
          </p:nvCxnSpPr>
          <p:spPr>
            <a:xfrm>
              <a:off x="308377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C048AE4-D798-4F1B-874C-F9044ECC8603}"/>
                </a:ext>
              </a:extLst>
            </p:cNvPr>
            <p:cNvCxnSpPr>
              <a:cxnSpLocks/>
            </p:cNvCxnSpPr>
            <p:nvPr userDrawn="1"/>
          </p:nvCxnSpPr>
          <p:spPr>
            <a:xfrm>
              <a:off x="388009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24A7533-05E8-464C-81E3-83136E632AF6}"/>
                </a:ext>
              </a:extLst>
            </p:cNvPr>
            <p:cNvCxnSpPr>
              <a:cxnSpLocks/>
            </p:cNvCxnSpPr>
            <p:nvPr userDrawn="1"/>
          </p:nvCxnSpPr>
          <p:spPr>
            <a:xfrm>
              <a:off x="465589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14E820A-336F-43A8-AB0D-875A28FB90F6}"/>
                </a:ext>
              </a:extLst>
            </p:cNvPr>
            <p:cNvCxnSpPr>
              <a:cxnSpLocks/>
            </p:cNvCxnSpPr>
            <p:nvPr userDrawn="1"/>
          </p:nvCxnSpPr>
          <p:spPr>
            <a:xfrm>
              <a:off x="545221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D557188-FB50-4CF1-85AD-28747D97DC45}"/>
                </a:ext>
              </a:extLst>
            </p:cNvPr>
            <p:cNvCxnSpPr>
              <a:cxnSpLocks/>
            </p:cNvCxnSpPr>
            <p:nvPr userDrawn="1"/>
          </p:nvCxnSpPr>
          <p:spPr>
            <a:xfrm>
              <a:off x="6234858"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1AF23435-A9FF-4958-AAD2-BC57F32090C1}"/>
                </a:ext>
              </a:extLst>
            </p:cNvPr>
            <p:cNvCxnSpPr>
              <a:cxnSpLocks/>
            </p:cNvCxnSpPr>
            <p:nvPr userDrawn="1"/>
          </p:nvCxnSpPr>
          <p:spPr>
            <a:xfrm>
              <a:off x="7031181"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B538E04-AA2E-459F-8D6B-7272BF9117A5}"/>
                </a:ext>
              </a:extLst>
            </p:cNvPr>
            <p:cNvCxnSpPr>
              <a:cxnSpLocks/>
            </p:cNvCxnSpPr>
            <p:nvPr userDrawn="1"/>
          </p:nvCxnSpPr>
          <p:spPr>
            <a:xfrm>
              <a:off x="7813820"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79A5921-876C-47AA-BF02-FADD423D79B7}"/>
                </a:ext>
              </a:extLst>
            </p:cNvPr>
            <p:cNvCxnSpPr>
              <a:cxnSpLocks/>
            </p:cNvCxnSpPr>
            <p:nvPr userDrawn="1"/>
          </p:nvCxnSpPr>
          <p:spPr>
            <a:xfrm>
              <a:off x="8610143"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9B30A0A8-B885-4ACC-A172-7A4408F0C0BC}"/>
                </a:ext>
              </a:extLst>
            </p:cNvPr>
            <p:cNvCxnSpPr>
              <a:cxnSpLocks/>
            </p:cNvCxnSpPr>
            <p:nvPr userDrawn="1"/>
          </p:nvCxnSpPr>
          <p:spPr>
            <a:xfrm>
              <a:off x="9399625"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3B7C7B2-16AE-4434-A8AD-0977BCB9459A}"/>
              </a:ext>
            </a:extLst>
          </p:cNvPr>
          <p:cNvSpPr>
            <a:spLocks noGrp="1"/>
          </p:cNvSpPr>
          <p:nvPr>
            <p:ph type="title" hasCustomPrompt="1"/>
          </p:nvPr>
        </p:nvSpPr>
        <p:spPr>
          <a:xfrm>
            <a:off x="681698" y="512299"/>
            <a:ext cx="10515600" cy="727388"/>
          </a:xfrm>
          <a:prstGeom prst="rect">
            <a:avLst/>
          </a:prstGeom>
        </p:spPr>
        <p:txBody>
          <a:bodyPr/>
          <a:lstStyle>
            <a:lvl1pPr>
              <a:defRPr sz="2800" cap="all" spc="400" baseline="0">
                <a:solidFill>
                  <a:schemeClr val="bg1"/>
                </a:solidFill>
              </a:defRPr>
            </a:lvl1pPr>
          </a:lstStyle>
          <a:p>
            <a:r>
              <a:rPr lang="en-US" dirty="0"/>
              <a:t>Click to add title</a:t>
            </a:r>
          </a:p>
        </p:txBody>
      </p:sp>
      <p:sp>
        <p:nvSpPr>
          <p:cNvPr id="121" name="Text Placeholder 14">
            <a:extLst>
              <a:ext uri="{FF2B5EF4-FFF2-40B4-BE49-F238E27FC236}">
                <a16:creationId xmlns:a16="http://schemas.microsoft.com/office/drawing/2014/main" id="{53B0593C-E961-4FCF-8FFD-E10C0FD17BBF}"/>
              </a:ext>
            </a:extLst>
          </p:cNvPr>
          <p:cNvSpPr>
            <a:spLocks noGrp="1"/>
          </p:cNvSpPr>
          <p:nvPr>
            <p:ph type="body" sz="quarter" idx="43" hasCustomPrompt="1"/>
          </p:nvPr>
        </p:nvSpPr>
        <p:spPr>
          <a:xfrm>
            <a:off x="1992423"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22" name="Text Placeholder 14">
            <a:extLst>
              <a:ext uri="{FF2B5EF4-FFF2-40B4-BE49-F238E27FC236}">
                <a16:creationId xmlns:a16="http://schemas.microsoft.com/office/drawing/2014/main" id="{82A98F85-0B8A-4F76-813C-C9E7A0AD8804}"/>
              </a:ext>
            </a:extLst>
          </p:cNvPr>
          <p:cNvSpPr>
            <a:spLocks noGrp="1"/>
          </p:cNvSpPr>
          <p:nvPr>
            <p:ph type="body" sz="quarter" idx="44" hasCustomPrompt="1"/>
          </p:nvPr>
        </p:nvSpPr>
        <p:spPr>
          <a:xfrm>
            <a:off x="4360668"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23" name="Text Placeholder 14">
            <a:extLst>
              <a:ext uri="{FF2B5EF4-FFF2-40B4-BE49-F238E27FC236}">
                <a16:creationId xmlns:a16="http://schemas.microsoft.com/office/drawing/2014/main" id="{0E645547-1191-4919-804B-D1DC905F3680}"/>
              </a:ext>
            </a:extLst>
          </p:cNvPr>
          <p:cNvSpPr>
            <a:spLocks noGrp="1"/>
          </p:cNvSpPr>
          <p:nvPr>
            <p:ph type="body" sz="quarter" idx="45" hasCustomPrompt="1"/>
          </p:nvPr>
        </p:nvSpPr>
        <p:spPr>
          <a:xfrm>
            <a:off x="8307743"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13" name="Text Placeholder 14">
            <a:extLst>
              <a:ext uri="{FF2B5EF4-FFF2-40B4-BE49-F238E27FC236}">
                <a16:creationId xmlns:a16="http://schemas.microsoft.com/office/drawing/2014/main" id="{70437561-3145-4AA5-B5BF-FC2748828C08}"/>
              </a:ext>
            </a:extLst>
          </p:cNvPr>
          <p:cNvSpPr>
            <a:spLocks noGrp="1"/>
          </p:cNvSpPr>
          <p:nvPr>
            <p:ph type="body" sz="quarter" idx="41" hasCustomPrompt="1"/>
          </p:nvPr>
        </p:nvSpPr>
        <p:spPr>
          <a:xfrm>
            <a:off x="505322" y="2436036"/>
            <a:ext cx="1194201" cy="501726"/>
          </a:xfrm>
          <a:prstGeom prst="rect">
            <a:avLst/>
          </a:prstGeom>
        </p:spPr>
        <p:txBody>
          <a:bodyPr anchor="ctr"/>
          <a:lstStyle>
            <a:lvl1pPr marL="0" indent="0" algn="ctr">
              <a:buNone/>
              <a:defRPr sz="1800" cap="none" spc="200" baseline="0">
                <a:solidFill>
                  <a:schemeClr val="accent6"/>
                </a:solidFill>
                <a:latin typeface="+mj-lt"/>
              </a:defRPr>
            </a:lvl1pPr>
          </a:lstStyle>
          <a:p>
            <a:pPr lvl="0"/>
            <a:r>
              <a:rPr lang="en-US" dirty="0"/>
              <a:t>Add year</a:t>
            </a:r>
          </a:p>
        </p:txBody>
      </p:sp>
      <p:sp>
        <p:nvSpPr>
          <p:cNvPr id="42" name="Text Placeholder 14">
            <a:extLst>
              <a:ext uri="{FF2B5EF4-FFF2-40B4-BE49-F238E27FC236}">
                <a16:creationId xmlns:a16="http://schemas.microsoft.com/office/drawing/2014/main" id="{25924F20-2A98-40F8-8A1C-BF4BCDC2E915}"/>
              </a:ext>
            </a:extLst>
          </p:cNvPr>
          <p:cNvSpPr>
            <a:spLocks noGrp="1"/>
          </p:cNvSpPr>
          <p:nvPr>
            <p:ph type="body" sz="quarter" idx="17" hasCustomPrompt="1"/>
          </p:nvPr>
        </p:nvSpPr>
        <p:spPr>
          <a:xfrm>
            <a:off x="167540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3" name="Text Placeholder 14">
            <a:extLst>
              <a:ext uri="{FF2B5EF4-FFF2-40B4-BE49-F238E27FC236}">
                <a16:creationId xmlns:a16="http://schemas.microsoft.com/office/drawing/2014/main" id="{DFA884F6-1E9E-4CB8-B4C3-3699E85DC2F4}"/>
              </a:ext>
            </a:extLst>
          </p:cNvPr>
          <p:cNvSpPr>
            <a:spLocks noGrp="1"/>
          </p:cNvSpPr>
          <p:nvPr>
            <p:ph type="body" sz="quarter" idx="18" hasCustomPrompt="1"/>
          </p:nvPr>
        </p:nvSpPr>
        <p:spPr>
          <a:xfrm>
            <a:off x="246481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4" name="Text Placeholder 14">
            <a:extLst>
              <a:ext uri="{FF2B5EF4-FFF2-40B4-BE49-F238E27FC236}">
                <a16:creationId xmlns:a16="http://schemas.microsoft.com/office/drawing/2014/main" id="{7C52539B-C569-4941-87E7-C3EFCFA1B401}"/>
              </a:ext>
            </a:extLst>
          </p:cNvPr>
          <p:cNvSpPr>
            <a:spLocks noGrp="1"/>
          </p:cNvSpPr>
          <p:nvPr>
            <p:ph type="body" sz="quarter" idx="19" hasCustomPrompt="1"/>
          </p:nvPr>
        </p:nvSpPr>
        <p:spPr>
          <a:xfrm>
            <a:off x="325423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5" name="Text Placeholder 14">
            <a:extLst>
              <a:ext uri="{FF2B5EF4-FFF2-40B4-BE49-F238E27FC236}">
                <a16:creationId xmlns:a16="http://schemas.microsoft.com/office/drawing/2014/main" id="{9B18D372-BEFC-4475-B0A5-A798E6CFD62B}"/>
              </a:ext>
            </a:extLst>
          </p:cNvPr>
          <p:cNvSpPr>
            <a:spLocks noGrp="1"/>
          </p:cNvSpPr>
          <p:nvPr>
            <p:ph type="body" sz="quarter" idx="20" hasCustomPrompt="1"/>
          </p:nvPr>
        </p:nvSpPr>
        <p:spPr>
          <a:xfrm>
            <a:off x="404364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6" name="Text Placeholder 14">
            <a:extLst>
              <a:ext uri="{FF2B5EF4-FFF2-40B4-BE49-F238E27FC236}">
                <a16:creationId xmlns:a16="http://schemas.microsoft.com/office/drawing/2014/main" id="{19FE16DC-63F2-4A3D-A743-C8480AE391F6}"/>
              </a:ext>
            </a:extLst>
          </p:cNvPr>
          <p:cNvSpPr>
            <a:spLocks noGrp="1"/>
          </p:cNvSpPr>
          <p:nvPr>
            <p:ph type="body" sz="quarter" idx="21" hasCustomPrompt="1"/>
          </p:nvPr>
        </p:nvSpPr>
        <p:spPr>
          <a:xfrm>
            <a:off x="483306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7" name="Text Placeholder 14">
            <a:extLst>
              <a:ext uri="{FF2B5EF4-FFF2-40B4-BE49-F238E27FC236}">
                <a16:creationId xmlns:a16="http://schemas.microsoft.com/office/drawing/2014/main" id="{23422F26-58EB-43A7-A33C-2ADBC2320CFB}"/>
              </a:ext>
            </a:extLst>
          </p:cNvPr>
          <p:cNvSpPr>
            <a:spLocks noGrp="1"/>
          </p:cNvSpPr>
          <p:nvPr>
            <p:ph type="body" sz="quarter" idx="22" hasCustomPrompt="1"/>
          </p:nvPr>
        </p:nvSpPr>
        <p:spPr>
          <a:xfrm>
            <a:off x="562247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8" name="Text Placeholder 14">
            <a:extLst>
              <a:ext uri="{FF2B5EF4-FFF2-40B4-BE49-F238E27FC236}">
                <a16:creationId xmlns:a16="http://schemas.microsoft.com/office/drawing/2014/main" id="{D9B50A50-093B-4DCA-929F-AF8AB169A473}"/>
              </a:ext>
            </a:extLst>
          </p:cNvPr>
          <p:cNvSpPr>
            <a:spLocks noGrp="1"/>
          </p:cNvSpPr>
          <p:nvPr>
            <p:ph type="body" sz="quarter" idx="23" hasCustomPrompt="1"/>
          </p:nvPr>
        </p:nvSpPr>
        <p:spPr>
          <a:xfrm>
            <a:off x="641189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9" name="Text Placeholder 14">
            <a:extLst>
              <a:ext uri="{FF2B5EF4-FFF2-40B4-BE49-F238E27FC236}">
                <a16:creationId xmlns:a16="http://schemas.microsoft.com/office/drawing/2014/main" id="{A60753DF-99A3-4BAF-AA47-4AD0BEAEAEDD}"/>
              </a:ext>
            </a:extLst>
          </p:cNvPr>
          <p:cNvSpPr>
            <a:spLocks noGrp="1"/>
          </p:cNvSpPr>
          <p:nvPr>
            <p:ph type="body" sz="quarter" idx="24" hasCustomPrompt="1"/>
          </p:nvPr>
        </p:nvSpPr>
        <p:spPr>
          <a:xfrm>
            <a:off x="720130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0" name="Text Placeholder 14">
            <a:extLst>
              <a:ext uri="{FF2B5EF4-FFF2-40B4-BE49-F238E27FC236}">
                <a16:creationId xmlns:a16="http://schemas.microsoft.com/office/drawing/2014/main" id="{470DC77E-070B-46BC-B95C-A323D9EEC9D5}"/>
              </a:ext>
            </a:extLst>
          </p:cNvPr>
          <p:cNvSpPr>
            <a:spLocks noGrp="1"/>
          </p:cNvSpPr>
          <p:nvPr>
            <p:ph type="body" sz="quarter" idx="25" hasCustomPrompt="1"/>
          </p:nvPr>
        </p:nvSpPr>
        <p:spPr>
          <a:xfrm>
            <a:off x="799072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1" name="Text Placeholder 14">
            <a:extLst>
              <a:ext uri="{FF2B5EF4-FFF2-40B4-BE49-F238E27FC236}">
                <a16:creationId xmlns:a16="http://schemas.microsoft.com/office/drawing/2014/main" id="{E7D1C36D-258C-4B31-95BB-6C0127AEEACB}"/>
              </a:ext>
            </a:extLst>
          </p:cNvPr>
          <p:cNvSpPr>
            <a:spLocks noGrp="1"/>
          </p:cNvSpPr>
          <p:nvPr>
            <p:ph type="body" sz="quarter" idx="26" hasCustomPrompt="1"/>
          </p:nvPr>
        </p:nvSpPr>
        <p:spPr>
          <a:xfrm>
            <a:off x="878013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2" name="Text Placeholder 14">
            <a:extLst>
              <a:ext uri="{FF2B5EF4-FFF2-40B4-BE49-F238E27FC236}">
                <a16:creationId xmlns:a16="http://schemas.microsoft.com/office/drawing/2014/main" id="{214A7064-793B-4F30-9A33-42069EF60489}"/>
              </a:ext>
            </a:extLst>
          </p:cNvPr>
          <p:cNvSpPr>
            <a:spLocks noGrp="1"/>
          </p:cNvSpPr>
          <p:nvPr>
            <p:ph type="body" sz="quarter" idx="27" hasCustomPrompt="1"/>
          </p:nvPr>
        </p:nvSpPr>
        <p:spPr>
          <a:xfrm>
            <a:off x="956955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3" name="Text Placeholder 14">
            <a:extLst>
              <a:ext uri="{FF2B5EF4-FFF2-40B4-BE49-F238E27FC236}">
                <a16:creationId xmlns:a16="http://schemas.microsoft.com/office/drawing/2014/main" id="{5868F5A5-3ED0-4C78-A557-F4B94B123D9B}"/>
              </a:ext>
            </a:extLst>
          </p:cNvPr>
          <p:cNvSpPr>
            <a:spLocks noGrp="1"/>
          </p:cNvSpPr>
          <p:nvPr>
            <p:ph type="body" sz="quarter" idx="28" hasCustomPrompt="1"/>
          </p:nvPr>
        </p:nvSpPr>
        <p:spPr>
          <a:xfrm>
            <a:off x="10358963"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124" name="Text Placeholder 14">
            <a:extLst>
              <a:ext uri="{FF2B5EF4-FFF2-40B4-BE49-F238E27FC236}">
                <a16:creationId xmlns:a16="http://schemas.microsoft.com/office/drawing/2014/main" id="{A727AB6E-B8DB-4DE5-BF92-3EDCA58B0CD4}"/>
              </a:ext>
            </a:extLst>
          </p:cNvPr>
          <p:cNvSpPr>
            <a:spLocks noGrp="1"/>
          </p:cNvSpPr>
          <p:nvPr>
            <p:ph type="body" sz="quarter" idx="46" hasCustomPrompt="1"/>
          </p:nvPr>
        </p:nvSpPr>
        <p:spPr>
          <a:xfrm>
            <a:off x="1992423" y="3563114"/>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25" name="Text Placeholder 14">
            <a:extLst>
              <a:ext uri="{FF2B5EF4-FFF2-40B4-BE49-F238E27FC236}">
                <a16:creationId xmlns:a16="http://schemas.microsoft.com/office/drawing/2014/main" id="{9E6A60C5-3054-4500-AE04-5766330FED67}"/>
              </a:ext>
            </a:extLst>
          </p:cNvPr>
          <p:cNvSpPr>
            <a:spLocks noGrp="1"/>
          </p:cNvSpPr>
          <p:nvPr>
            <p:ph type="body" sz="quarter" idx="47" hasCustomPrompt="1"/>
          </p:nvPr>
        </p:nvSpPr>
        <p:spPr>
          <a:xfrm>
            <a:off x="5939498" y="3563114"/>
            <a:ext cx="1440088" cy="586248"/>
          </a:xfrm>
          <a:prstGeom prst="rect">
            <a:avLst/>
          </a:prstGeom>
        </p:spPr>
        <p:txBody>
          <a:bodyPr anchor="ctr"/>
          <a:lstStyle>
            <a:lvl1pPr marL="0" indent="0" algn="ctr">
              <a:lnSpc>
                <a:spcPct val="100000"/>
              </a:lnSpc>
              <a:spcBef>
                <a:spcPts val="0"/>
              </a:spcBef>
              <a:buNone/>
              <a:defRPr sz="1400" b="1" cap="none" spc="0" baseline="0">
                <a:solidFill>
                  <a:schemeClr val="accent6"/>
                </a:solidFill>
                <a:latin typeface="+mn-lt"/>
              </a:defRPr>
            </a:lvl1pPr>
          </a:lstStyle>
          <a:p>
            <a:pPr lvl="0"/>
            <a:r>
              <a:rPr lang="en-US" dirty="0"/>
              <a:t>Click to add text</a:t>
            </a:r>
          </a:p>
        </p:txBody>
      </p:sp>
      <p:sp>
        <p:nvSpPr>
          <p:cNvPr id="126" name="Text Placeholder 14">
            <a:extLst>
              <a:ext uri="{FF2B5EF4-FFF2-40B4-BE49-F238E27FC236}">
                <a16:creationId xmlns:a16="http://schemas.microsoft.com/office/drawing/2014/main" id="{3984C0A5-C9AE-4249-8578-A0909B41B459}"/>
              </a:ext>
            </a:extLst>
          </p:cNvPr>
          <p:cNvSpPr>
            <a:spLocks noGrp="1"/>
          </p:cNvSpPr>
          <p:nvPr>
            <p:ph type="body" sz="quarter" idx="48" hasCustomPrompt="1"/>
          </p:nvPr>
        </p:nvSpPr>
        <p:spPr>
          <a:xfrm>
            <a:off x="9886573" y="3563114"/>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14" name="Text Placeholder 14">
            <a:extLst>
              <a:ext uri="{FF2B5EF4-FFF2-40B4-BE49-F238E27FC236}">
                <a16:creationId xmlns:a16="http://schemas.microsoft.com/office/drawing/2014/main" id="{4C9A8467-48EB-4C64-8A54-0526649B91A3}"/>
              </a:ext>
            </a:extLst>
          </p:cNvPr>
          <p:cNvSpPr>
            <a:spLocks noGrp="1"/>
          </p:cNvSpPr>
          <p:nvPr>
            <p:ph type="body" sz="quarter" idx="42" hasCustomPrompt="1"/>
          </p:nvPr>
        </p:nvSpPr>
        <p:spPr>
          <a:xfrm>
            <a:off x="505322" y="4134112"/>
            <a:ext cx="1194201" cy="501726"/>
          </a:xfrm>
          <a:prstGeom prst="rect">
            <a:avLst/>
          </a:prstGeom>
        </p:spPr>
        <p:txBody>
          <a:bodyPr anchor="ctr"/>
          <a:lstStyle>
            <a:lvl1pPr marL="0" indent="0" algn="ctr">
              <a:buNone/>
              <a:defRPr sz="1800" cap="none" spc="200" baseline="0">
                <a:solidFill>
                  <a:schemeClr val="accent6"/>
                </a:solidFill>
                <a:latin typeface="+mj-lt"/>
              </a:defRPr>
            </a:lvl1pPr>
          </a:lstStyle>
          <a:p>
            <a:pPr lvl="0"/>
            <a:r>
              <a:rPr lang="en-US" dirty="0"/>
              <a:t>Add year</a:t>
            </a:r>
          </a:p>
        </p:txBody>
      </p:sp>
      <p:sp>
        <p:nvSpPr>
          <p:cNvPr id="66" name="Text Placeholder 14">
            <a:extLst>
              <a:ext uri="{FF2B5EF4-FFF2-40B4-BE49-F238E27FC236}">
                <a16:creationId xmlns:a16="http://schemas.microsoft.com/office/drawing/2014/main" id="{11C267AB-B4C6-4059-B2A8-DCF715B29ECE}"/>
              </a:ext>
            </a:extLst>
          </p:cNvPr>
          <p:cNvSpPr>
            <a:spLocks noGrp="1"/>
          </p:cNvSpPr>
          <p:nvPr>
            <p:ph type="body" sz="quarter" idx="29" hasCustomPrompt="1"/>
          </p:nvPr>
        </p:nvSpPr>
        <p:spPr>
          <a:xfrm>
            <a:off x="167540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67" name="Text Placeholder 14">
            <a:extLst>
              <a:ext uri="{FF2B5EF4-FFF2-40B4-BE49-F238E27FC236}">
                <a16:creationId xmlns:a16="http://schemas.microsoft.com/office/drawing/2014/main" id="{3BF85ABF-DD16-49D4-9DD2-C35A92EAFE3A}"/>
              </a:ext>
            </a:extLst>
          </p:cNvPr>
          <p:cNvSpPr>
            <a:spLocks noGrp="1"/>
          </p:cNvSpPr>
          <p:nvPr>
            <p:ph type="body" sz="quarter" idx="30" hasCustomPrompt="1"/>
          </p:nvPr>
        </p:nvSpPr>
        <p:spPr>
          <a:xfrm>
            <a:off x="246481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68" name="Text Placeholder 14">
            <a:extLst>
              <a:ext uri="{FF2B5EF4-FFF2-40B4-BE49-F238E27FC236}">
                <a16:creationId xmlns:a16="http://schemas.microsoft.com/office/drawing/2014/main" id="{997C6187-BB2F-413C-AC7B-BBAA249AFD0A}"/>
              </a:ext>
            </a:extLst>
          </p:cNvPr>
          <p:cNvSpPr>
            <a:spLocks noGrp="1"/>
          </p:cNvSpPr>
          <p:nvPr>
            <p:ph type="body" sz="quarter" idx="31" hasCustomPrompt="1"/>
          </p:nvPr>
        </p:nvSpPr>
        <p:spPr>
          <a:xfrm>
            <a:off x="325423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69" name="Text Placeholder 14">
            <a:extLst>
              <a:ext uri="{FF2B5EF4-FFF2-40B4-BE49-F238E27FC236}">
                <a16:creationId xmlns:a16="http://schemas.microsoft.com/office/drawing/2014/main" id="{96C1DC7A-93B1-4894-AD2D-AC636AC3DABF}"/>
              </a:ext>
            </a:extLst>
          </p:cNvPr>
          <p:cNvSpPr>
            <a:spLocks noGrp="1"/>
          </p:cNvSpPr>
          <p:nvPr>
            <p:ph type="body" sz="quarter" idx="32" hasCustomPrompt="1"/>
          </p:nvPr>
        </p:nvSpPr>
        <p:spPr>
          <a:xfrm>
            <a:off x="404364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0" name="Text Placeholder 14">
            <a:extLst>
              <a:ext uri="{FF2B5EF4-FFF2-40B4-BE49-F238E27FC236}">
                <a16:creationId xmlns:a16="http://schemas.microsoft.com/office/drawing/2014/main" id="{872C35DC-A640-4C27-A87F-380E7440F3F2}"/>
              </a:ext>
            </a:extLst>
          </p:cNvPr>
          <p:cNvSpPr>
            <a:spLocks noGrp="1"/>
          </p:cNvSpPr>
          <p:nvPr>
            <p:ph type="body" sz="quarter" idx="33" hasCustomPrompt="1"/>
          </p:nvPr>
        </p:nvSpPr>
        <p:spPr>
          <a:xfrm>
            <a:off x="483306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1" name="Text Placeholder 14">
            <a:extLst>
              <a:ext uri="{FF2B5EF4-FFF2-40B4-BE49-F238E27FC236}">
                <a16:creationId xmlns:a16="http://schemas.microsoft.com/office/drawing/2014/main" id="{02969206-EA35-4C29-B0EB-3FF5636A8AB9}"/>
              </a:ext>
            </a:extLst>
          </p:cNvPr>
          <p:cNvSpPr>
            <a:spLocks noGrp="1"/>
          </p:cNvSpPr>
          <p:nvPr>
            <p:ph type="body" sz="quarter" idx="34" hasCustomPrompt="1"/>
          </p:nvPr>
        </p:nvSpPr>
        <p:spPr>
          <a:xfrm>
            <a:off x="562247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2" name="Text Placeholder 14">
            <a:extLst>
              <a:ext uri="{FF2B5EF4-FFF2-40B4-BE49-F238E27FC236}">
                <a16:creationId xmlns:a16="http://schemas.microsoft.com/office/drawing/2014/main" id="{79B642F3-327B-4AF1-85D8-5BE8BA286A17}"/>
              </a:ext>
            </a:extLst>
          </p:cNvPr>
          <p:cNvSpPr>
            <a:spLocks noGrp="1"/>
          </p:cNvSpPr>
          <p:nvPr>
            <p:ph type="body" sz="quarter" idx="35" hasCustomPrompt="1"/>
          </p:nvPr>
        </p:nvSpPr>
        <p:spPr>
          <a:xfrm>
            <a:off x="641189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3" name="Text Placeholder 14">
            <a:extLst>
              <a:ext uri="{FF2B5EF4-FFF2-40B4-BE49-F238E27FC236}">
                <a16:creationId xmlns:a16="http://schemas.microsoft.com/office/drawing/2014/main" id="{0D45BD78-6B19-4D6A-A164-2017ABC78369}"/>
              </a:ext>
            </a:extLst>
          </p:cNvPr>
          <p:cNvSpPr>
            <a:spLocks noGrp="1"/>
          </p:cNvSpPr>
          <p:nvPr>
            <p:ph type="body" sz="quarter" idx="36" hasCustomPrompt="1"/>
          </p:nvPr>
        </p:nvSpPr>
        <p:spPr>
          <a:xfrm>
            <a:off x="720130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4" name="Text Placeholder 14">
            <a:extLst>
              <a:ext uri="{FF2B5EF4-FFF2-40B4-BE49-F238E27FC236}">
                <a16:creationId xmlns:a16="http://schemas.microsoft.com/office/drawing/2014/main" id="{494676D6-C880-49A1-B83E-2D632934D666}"/>
              </a:ext>
            </a:extLst>
          </p:cNvPr>
          <p:cNvSpPr>
            <a:spLocks noGrp="1"/>
          </p:cNvSpPr>
          <p:nvPr>
            <p:ph type="body" sz="quarter" idx="37" hasCustomPrompt="1"/>
          </p:nvPr>
        </p:nvSpPr>
        <p:spPr>
          <a:xfrm>
            <a:off x="799072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5" name="Text Placeholder 14">
            <a:extLst>
              <a:ext uri="{FF2B5EF4-FFF2-40B4-BE49-F238E27FC236}">
                <a16:creationId xmlns:a16="http://schemas.microsoft.com/office/drawing/2014/main" id="{0C07048D-5DEB-4348-8A16-DB77BE49097C}"/>
              </a:ext>
            </a:extLst>
          </p:cNvPr>
          <p:cNvSpPr>
            <a:spLocks noGrp="1"/>
          </p:cNvSpPr>
          <p:nvPr>
            <p:ph type="body" sz="quarter" idx="38" hasCustomPrompt="1"/>
          </p:nvPr>
        </p:nvSpPr>
        <p:spPr>
          <a:xfrm>
            <a:off x="878013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6" name="Text Placeholder 14">
            <a:extLst>
              <a:ext uri="{FF2B5EF4-FFF2-40B4-BE49-F238E27FC236}">
                <a16:creationId xmlns:a16="http://schemas.microsoft.com/office/drawing/2014/main" id="{DCED3D6A-EF8C-4F42-B23B-30ED2C33EAB6}"/>
              </a:ext>
            </a:extLst>
          </p:cNvPr>
          <p:cNvSpPr>
            <a:spLocks noGrp="1"/>
          </p:cNvSpPr>
          <p:nvPr>
            <p:ph type="body" sz="quarter" idx="39" hasCustomPrompt="1"/>
          </p:nvPr>
        </p:nvSpPr>
        <p:spPr>
          <a:xfrm>
            <a:off x="956955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7" name="Text Placeholder 14">
            <a:extLst>
              <a:ext uri="{FF2B5EF4-FFF2-40B4-BE49-F238E27FC236}">
                <a16:creationId xmlns:a16="http://schemas.microsoft.com/office/drawing/2014/main" id="{E966B469-8508-4732-8A0A-58429BD0E7BE}"/>
              </a:ext>
            </a:extLst>
          </p:cNvPr>
          <p:cNvSpPr>
            <a:spLocks noGrp="1"/>
          </p:cNvSpPr>
          <p:nvPr>
            <p:ph type="body" sz="quarter" idx="40" hasCustomPrompt="1"/>
          </p:nvPr>
        </p:nvSpPr>
        <p:spPr>
          <a:xfrm>
            <a:off x="10358963"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grpSp>
        <p:nvGrpSpPr>
          <p:cNvPr id="101" name="Group 100">
            <a:extLst>
              <a:ext uri="{FF2B5EF4-FFF2-40B4-BE49-F238E27FC236}">
                <a16:creationId xmlns:a16="http://schemas.microsoft.com/office/drawing/2014/main" id="{97A40874-7B89-4A5D-9562-21D6994C3946}"/>
              </a:ext>
              <a:ext uri="{C183D7F6-B498-43B3-948B-1728B52AA6E4}">
                <adec:decorative xmlns:adec="http://schemas.microsoft.com/office/drawing/2017/decorative" val="1"/>
              </a:ext>
            </a:extLst>
          </p:cNvPr>
          <p:cNvGrpSpPr/>
          <p:nvPr userDrawn="1"/>
        </p:nvGrpSpPr>
        <p:grpSpPr>
          <a:xfrm>
            <a:off x="2010137" y="4391183"/>
            <a:ext cx="8510121" cy="0"/>
            <a:chOff x="1504814" y="2488864"/>
            <a:chExt cx="8510121" cy="0"/>
          </a:xfrm>
        </p:grpSpPr>
        <p:cxnSp>
          <p:nvCxnSpPr>
            <p:cNvPr id="102" name="Straight Connector 101">
              <a:extLst>
                <a:ext uri="{FF2B5EF4-FFF2-40B4-BE49-F238E27FC236}">
                  <a16:creationId xmlns:a16="http://schemas.microsoft.com/office/drawing/2014/main" id="{32860379-5BA3-4D4F-BAC0-C7783F7552D4}"/>
                </a:ext>
              </a:extLst>
            </p:cNvPr>
            <p:cNvCxnSpPr>
              <a:cxnSpLocks/>
            </p:cNvCxnSpPr>
            <p:nvPr userDrawn="1"/>
          </p:nvCxnSpPr>
          <p:spPr>
            <a:xfrm>
              <a:off x="1504814"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DF221EBE-F43A-48CE-8E3D-D0777E2424C4}"/>
                </a:ext>
              </a:extLst>
            </p:cNvPr>
            <p:cNvCxnSpPr>
              <a:cxnSpLocks/>
            </p:cNvCxnSpPr>
            <p:nvPr userDrawn="1"/>
          </p:nvCxnSpPr>
          <p:spPr>
            <a:xfrm>
              <a:off x="2301137"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70DFAA8-4E1B-45F7-B640-2C00AAC65BA3}"/>
                </a:ext>
              </a:extLst>
            </p:cNvPr>
            <p:cNvCxnSpPr>
              <a:cxnSpLocks/>
            </p:cNvCxnSpPr>
            <p:nvPr userDrawn="1"/>
          </p:nvCxnSpPr>
          <p:spPr>
            <a:xfrm>
              <a:off x="308377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67A42DA-2625-4CA8-AEC6-2FBCF01A9278}"/>
                </a:ext>
              </a:extLst>
            </p:cNvPr>
            <p:cNvCxnSpPr>
              <a:cxnSpLocks/>
            </p:cNvCxnSpPr>
            <p:nvPr userDrawn="1"/>
          </p:nvCxnSpPr>
          <p:spPr>
            <a:xfrm>
              <a:off x="388009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9B3F7FF-9011-4E3D-9DA2-C144F9B7A5EB}"/>
                </a:ext>
              </a:extLst>
            </p:cNvPr>
            <p:cNvCxnSpPr>
              <a:cxnSpLocks/>
            </p:cNvCxnSpPr>
            <p:nvPr userDrawn="1"/>
          </p:nvCxnSpPr>
          <p:spPr>
            <a:xfrm>
              <a:off x="465589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0EEA406-B4BE-4A22-9879-A86700556BEA}"/>
                </a:ext>
              </a:extLst>
            </p:cNvPr>
            <p:cNvCxnSpPr>
              <a:cxnSpLocks/>
            </p:cNvCxnSpPr>
            <p:nvPr userDrawn="1"/>
          </p:nvCxnSpPr>
          <p:spPr>
            <a:xfrm>
              <a:off x="545221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5F5190B-A9FA-4925-81A3-8AF19F70933F}"/>
                </a:ext>
              </a:extLst>
            </p:cNvPr>
            <p:cNvCxnSpPr>
              <a:cxnSpLocks/>
            </p:cNvCxnSpPr>
            <p:nvPr userDrawn="1"/>
          </p:nvCxnSpPr>
          <p:spPr>
            <a:xfrm>
              <a:off x="6234858"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93F58E8B-B6D9-46C2-95B1-755AD7B02890}"/>
                </a:ext>
              </a:extLst>
            </p:cNvPr>
            <p:cNvCxnSpPr>
              <a:cxnSpLocks/>
            </p:cNvCxnSpPr>
            <p:nvPr userDrawn="1"/>
          </p:nvCxnSpPr>
          <p:spPr>
            <a:xfrm>
              <a:off x="7031181"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46BED819-4195-456A-8507-0CC09BDCFEDE}"/>
                </a:ext>
              </a:extLst>
            </p:cNvPr>
            <p:cNvCxnSpPr>
              <a:cxnSpLocks/>
            </p:cNvCxnSpPr>
            <p:nvPr userDrawn="1"/>
          </p:nvCxnSpPr>
          <p:spPr>
            <a:xfrm>
              <a:off x="7813820"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3541D3E-8275-4522-81E7-C83B829D83C1}"/>
                </a:ext>
              </a:extLst>
            </p:cNvPr>
            <p:cNvCxnSpPr>
              <a:cxnSpLocks/>
            </p:cNvCxnSpPr>
            <p:nvPr userDrawn="1"/>
          </p:nvCxnSpPr>
          <p:spPr>
            <a:xfrm>
              <a:off x="8610143"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6CD34DF1-D500-4560-A303-92050A81120A}"/>
                </a:ext>
              </a:extLst>
            </p:cNvPr>
            <p:cNvCxnSpPr>
              <a:cxnSpLocks/>
            </p:cNvCxnSpPr>
            <p:nvPr userDrawn="1"/>
          </p:nvCxnSpPr>
          <p:spPr>
            <a:xfrm>
              <a:off x="9399625"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Footer Placeholder 15">
            <a:extLst>
              <a:ext uri="{FF2B5EF4-FFF2-40B4-BE49-F238E27FC236}">
                <a16:creationId xmlns:a16="http://schemas.microsoft.com/office/drawing/2014/main" id="{47D7FFC8-D319-4F8D-9F95-39BB21C0EEF6}"/>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8DDD48EC-9DE8-4C43-881A-2597A1DDE271}"/>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650B4D37-2FE8-4F27-8951-CF9D947DBAC5}"/>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1691548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0ADA1982-C216-4747-ACCC-39BC3F50B10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FCD2AA7-E8A5-43C8-A284-AB4951189DBB}"/>
              </a:ext>
            </a:extLst>
          </p:cNvPr>
          <p:cNvSpPr>
            <a:spLocks noGrp="1"/>
          </p:cNvSpPr>
          <p:nvPr>
            <p:ph type="title" hasCustomPrompt="1"/>
          </p:nvPr>
        </p:nvSpPr>
        <p:spPr>
          <a:xfrm>
            <a:off x="692949" y="527542"/>
            <a:ext cx="6922876" cy="687834"/>
          </a:xfrm>
          <a:prstGeom prst="rect">
            <a:avLst/>
          </a:prstGeom>
        </p:spPr>
        <p:txBody>
          <a:bodyPr/>
          <a:lstStyle>
            <a:lvl1pPr>
              <a:defRPr sz="2800" cap="all" spc="40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D1D681FF-F6BE-41D5-AE6C-B4110384B0F4}"/>
              </a:ext>
            </a:extLst>
          </p:cNvPr>
          <p:cNvSpPr>
            <a:spLocks noGrp="1"/>
          </p:cNvSpPr>
          <p:nvPr>
            <p:ph sz="quarter" idx="10"/>
          </p:nvPr>
        </p:nvSpPr>
        <p:spPr>
          <a:xfrm>
            <a:off x="693738" y="1128713"/>
            <a:ext cx="7654925" cy="506888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5">
            <a:extLst>
              <a:ext uri="{FF2B5EF4-FFF2-40B4-BE49-F238E27FC236}">
                <a16:creationId xmlns:a16="http://schemas.microsoft.com/office/drawing/2014/main" id="{A60E8AF0-85D7-4035-8301-57B3B4977F94}"/>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481785BD-DC42-4BBE-8C62-BCE6F0EA47BD}"/>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1"/>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E7886D57-8CCD-43A4-AA49-E96D2EE3EB83}"/>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1036791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The Team 4-Up">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6F8B9974-85ED-46AA-8617-AC54C847B6B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1"/>
            <a:ext cx="12205220" cy="6858001"/>
          </a:xfrm>
          <a:prstGeom prst="rect">
            <a:avLst/>
          </a:prstGeom>
        </p:spPr>
      </p:pic>
      <p:sp>
        <p:nvSpPr>
          <p:cNvPr id="2" name="Title 1">
            <a:extLst>
              <a:ext uri="{FF2B5EF4-FFF2-40B4-BE49-F238E27FC236}">
                <a16:creationId xmlns:a16="http://schemas.microsoft.com/office/drawing/2014/main" id="{EB6F28C4-DD1C-4E63-87E8-D76D85414CE0}"/>
              </a:ext>
            </a:extLst>
          </p:cNvPr>
          <p:cNvSpPr>
            <a:spLocks noGrp="1"/>
          </p:cNvSpPr>
          <p:nvPr>
            <p:ph type="title" hasCustomPrompt="1"/>
          </p:nvPr>
        </p:nvSpPr>
        <p:spPr>
          <a:xfrm>
            <a:off x="655858" y="2433312"/>
            <a:ext cx="1939480" cy="2115505"/>
          </a:xfrm>
          <a:prstGeom prst="rect">
            <a:avLst/>
          </a:prstGeom>
        </p:spPr>
        <p:txBody>
          <a:bodyPr anchor="ctr"/>
          <a:lstStyle>
            <a:lvl1pPr algn="ctr">
              <a:defRPr sz="2800" cap="all" spc="400" baseline="0">
                <a:solidFill>
                  <a:schemeClr val="bg1"/>
                </a:solidFill>
              </a:defRPr>
            </a:lvl1pPr>
          </a:lstStyle>
          <a:p>
            <a:r>
              <a:rPr lang="en-US" dirty="0"/>
              <a:t>Click to add title</a:t>
            </a:r>
          </a:p>
        </p:txBody>
      </p:sp>
      <p:sp>
        <p:nvSpPr>
          <p:cNvPr id="14" name="Picture Placeholder 9">
            <a:extLst>
              <a:ext uri="{FF2B5EF4-FFF2-40B4-BE49-F238E27FC236}">
                <a16:creationId xmlns:a16="http://schemas.microsoft.com/office/drawing/2014/main" id="{3987B23C-61B9-4A48-AD36-5E284812C449}"/>
              </a:ext>
            </a:extLst>
          </p:cNvPr>
          <p:cNvSpPr>
            <a:spLocks noGrp="1"/>
          </p:cNvSpPr>
          <p:nvPr>
            <p:ph type="pic" sz="quarter" idx="16" hasCustomPrompt="1"/>
          </p:nvPr>
        </p:nvSpPr>
        <p:spPr>
          <a:xfrm>
            <a:off x="3088220" y="2599422"/>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0" name="Picture Placeholder 9">
            <a:extLst>
              <a:ext uri="{FF2B5EF4-FFF2-40B4-BE49-F238E27FC236}">
                <a16:creationId xmlns:a16="http://schemas.microsoft.com/office/drawing/2014/main" id="{CCBD4661-3D71-432B-9308-D2D085BDDDC2}"/>
              </a:ext>
            </a:extLst>
          </p:cNvPr>
          <p:cNvSpPr>
            <a:spLocks noGrp="1"/>
          </p:cNvSpPr>
          <p:nvPr>
            <p:ph type="pic" sz="quarter" idx="15" hasCustomPrompt="1"/>
          </p:nvPr>
        </p:nvSpPr>
        <p:spPr>
          <a:xfrm>
            <a:off x="5190425" y="2599420"/>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7" name="Picture Placeholder 9">
            <a:extLst>
              <a:ext uri="{FF2B5EF4-FFF2-40B4-BE49-F238E27FC236}">
                <a16:creationId xmlns:a16="http://schemas.microsoft.com/office/drawing/2014/main" id="{F89712B5-4C74-4247-B444-43F116D582EB}"/>
              </a:ext>
            </a:extLst>
          </p:cNvPr>
          <p:cNvSpPr>
            <a:spLocks noGrp="1"/>
          </p:cNvSpPr>
          <p:nvPr>
            <p:ph type="pic" sz="quarter" idx="18" hasCustomPrompt="1"/>
          </p:nvPr>
        </p:nvSpPr>
        <p:spPr>
          <a:xfrm>
            <a:off x="7291629" y="2599420"/>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6" name="Picture Placeholder 9">
            <a:extLst>
              <a:ext uri="{FF2B5EF4-FFF2-40B4-BE49-F238E27FC236}">
                <a16:creationId xmlns:a16="http://schemas.microsoft.com/office/drawing/2014/main" id="{33EE5A9D-21AC-4735-98D7-42551FA2C58E}"/>
              </a:ext>
            </a:extLst>
          </p:cNvPr>
          <p:cNvSpPr>
            <a:spLocks noGrp="1"/>
          </p:cNvSpPr>
          <p:nvPr>
            <p:ph type="pic" sz="quarter" idx="17" hasCustomPrompt="1"/>
          </p:nvPr>
        </p:nvSpPr>
        <p:spPr>
          <a:xfrm>
            <a:off x="9387443" y="2599420"/>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8" name="Oval 17">
            <a:extLst>
              <a:ext uri="{FF2B5EF4-FFF2-40B4-BE49-F238E27FC236}">
                <a16:creationId xmlns:a16="http://schemas.microsoft.com/office/drawing/2014/main" id="{5EDBA775-4308-4BDB-B966-8167F3D04FF5}"/>
              </a:ext>
              <a:ext uri="{C183D7F6-B498-43B3-948B-1728B52AA6E4}">
                <adec:decorative xmlns:adec="http://schemas.microsoft.com/office/drawing/2017/decorative" val="1"/>
              </a:ext>
            </a:extLst>
          </p:cNvPr>
          <p:cNvSpPr/>
          <p:nvPr userDrawn="1"/>
        </p:nvSpPr>
        <p:spPr>
          <a:xfrm>
            <a:off x="2975041" y="2486242"/>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BDDB0B0-BDCD-459F-AF20-19E1A7217639}"/>
              </a:ext>
              <a:ext uri="{C183D7F6-B498-43B3-948B-1728B52AA6E4}">
                <adec:decorative xmlns:adec="http://schemas.microsoft.com/office/drawing/2017/decorative" val="1"/>
              </a:ext>
            </a:extLst>
          </p:cNvPr>
          <p:cNvSpPr/>
          <p:nvPr userDrawn="1"/>
        </p:nvSpPr>
        <p:spPr>
          <a:xfrm>
            <a:off x="5077246"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69A8E9D1-9673-42D1-A573-05CDC9EF884A}"/>
              </a:ext>
              <a:ext uri="{C183D7F6-B498-43B3-948B-1728B52AA6E4}">
                <adec:decorative xmlns:adec="http://schemas.microsoft.com/office/drawing/2017/decorative" val="1"/>
              </a:ext>
            </a:extLst>
          </p:cNvPr>
          <p:cNvSpPr/>
          <p:nvPr userDrawn="1"/>
        </p:nvSpPr>
        <p:spPr>
          <a:xfrm>
            <a:off x="7178450"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52F851C1-89A7-44A6-8617-10C435FCD396}"/>
              </a:ext>
              <a:ext uri="{C183D7F6-B498-43B3-948B-1728B52AA6E4}">
                <adec:decorative xmlns:adec="http://schemas.microsoft.com/office/drawing/2017/decorative" val="1"/>
              </a:ext>
            </a:extLst>
          </p:cNvPr>
          <p:cNvSpPr/>
          <p:nvPr userDrawn="1"/>
        </p:nvSpPr>
        <p:spPr>
          <a:xfrm>
            <a:off x="9274264"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Placeholder 14">
            <a:extLst>
              <a:ext uri="{FF2B5EF4-FFF2-40B4-BE49-F238E27FC236}">
                <a16:creationId xmlns:a16="http://schemas.microsoft.com/office/drawing/2014/main" id="{11C9BE46-D000-4DE5-8AD9-6BFAD927A014}"/>
              </a:ext>
            </a:extLst>
          </p:cNvPr>
          <p:cNvSpPr>
            <a:spLocks noGrp="1"/>
          </p:cNvSpPr>
          <p:nvPr>
            <p:ph type="body" sz="quarter" idx="19" hasCustomPrompt="1"/>
          </p:nvPr>
        </p:nvSpPr>
        <p:spPr>
          <a:xfrm>
            <a:off x="2796727"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26" name="Text Placeholder 14">
            <a:extLst>
              <a:ext uri="{FF2B5EF4-FFF2-40B4-BE49-F238E27FC236}">
                <a16:creationId xmlns:a16="http://schemas.microsoft.com/office/drawing/2014/main" id="{5773EC03-0830-4EAE-A7B0-38902833DC2F}"/>
              </a:ext>
            </a:extLst>
          </p:cNvPr>
          <p:cNvSpPr>
            <a:spLocks noGrp="1"/>
          </p:cNvSpPr>
          <p:nvPr>
            <p:ph type="body" sz="quarter" idx="20" hasCustomPrompt="1"/>
          </p:nvPr>
        </p:nvSpPr>
        <p:spPr>
          <a:xfrm>
            <a:off x="2896865"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27" name="Text Placeholder 14">
            <a:extLst>
              <a:ext uri="{FF2B5EF4-FFF2-40B4-BE49-F238E27FC236}">
                <a16:creationId xmlns:a16="http://schemas.microsoft.com/office/drawing/2014/main" id="{32E4889E-0745-4713-90D8-432A681AFCE4}"/>
              </a:ext>
            </a:extLst>
          </p:cNvPr>
          <p:cNvSpPr>
            <a:spLocks noGrp="1"/>
          </p:cNvSpPr>
          <p:nvPr>
            <p:ph type="body" sz="quarter" idx="21" hasCustomPrompt="1"/>
          </p:nvPr>
        </p:nvSpPr>
        <p:spPr>
          <a:xfrm>
            <a:off x="4898932"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28" name="Text Placeholder 14">
            <a:extLst>
              <a:ext uri="{FF2B5EF4-FFF2-40B4-BE49-F238E27FC236}">
                <a16:creationId xmlns:a16="http://schemas.microsoft.com/office/drawing/2014/main" id="{BFD869E7-29DA-4FEB-AB84-1C1FC3ABAE30}"/>
              </a:ext>
            </a:extLst>
          </p:cNvPr>
          <p:cNvSpPr>
            <a:spLocks noGrp="1"/>
          </p:cNvSpPr>
          <p:nvPr>
            <p:ph type="body" sz="quarter" idx="22" hasCustomPrompt="1"/>
          </p:nvPr>
        </p:nvSpPr>
        <p:spPr>
          <a:xfrm>
            <a:off x="4999070"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30" name="Text Placeholder 14">
            <a:extLst>
              <a:ext uri="{FF2B5EF4-FFF2-40B4-BE49-F238E27FC236}">
                <a16:creationId xmlns:a16="http://schemas.microsoft.com/office/drawing/2014/main" id="{9E68119B-CDCA-4341-8772-2C5BF80B4E40}"/>
              </a:ext>
            </a:extLst>
          </p:cNvPr>
          <p:cNvSpPr>
            <a:spLocks noGrp="1"/>
          </p:cNvSpPr>
          <p:nvPr>
            <p:ph type="body" sz="quarter" idx="23" hasCustomPrompt="1"/>
          </p:nvPr>
        </p:nvSpPr>
        <p:spPr>
          <a:xfrm>
            <a:off x="7000136" y="4435751"/>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31" name="Text Placeholder 14">
            <a:extLst>
              <a:ext uri="{FF2B5EF4-FFF2-40B4-BE49-F238E27FC236}">
                <a16:creationId xmlns:a16="http://schemas.microsoft.com/office/drawing/2014/main" id="{303A31BF-223A-44A5-84FD-7281FF2E4CD4}"/>
              </a:ext>
            </a:extLst>
          </p:cNvPr>
          <p:cNvSpPr>
            <a:spLocks noGrp="1"/>
          </p:cNvSpPr>
          <p:nvPr>
            <p:ph type="body" sz="quarter" idx="24" hasCustomPrompt="1"/>
          </p:nvPr>
        </p:nvSpPr>
        <p:spPr>
          <a:xfrm>
            <a:off x="7100274"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32" name="Text Placeholder 14">
            <a:extLst>
              <a:ext uri="{FF2B5EF4-FFF2-40B4-BE49-F238E27FC236}">
                <a16:creationId xmlns:a16="http://schemas.microsoft.com/office/drawing/2014/main" id="{666E1F4A-0D75-4B8E-A181-DBEB50FB1D60}"/>
              </a:ext>
            </a:extLst>
          </p:cNvPr>
          <p:cNvSpPr>
            <a:spLocks noGrp="1"/>
          </p:cNvSpPr>
          <p:nvPr>
            <p:ph type="body" sz="quarter" idx="25" hasCustomPrompt="1"/>
          </p:nvPr>
        </p:nvSpPr>
        <p:spPr>
          <a:xfrm>
            <a:off x="9095950"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33" name="Text Placeholder 14">
            <a:extLst>
              <a:ext uri="{FF2B5EF4-FFF2-40B4-BE49-F238E27FC236}">
                <a16:creationId xmlns:a16="http://schemas.microsoft.com/office/drawing/2014/main" id="{5EAE80D5-B799-4807-8F81-22C4218233DF}"/>
              </a:ext>
            </a:extLst>
          </p:cNvPr>
          <p:cNvSpPr>
            <a:spLocks noGrp="1"/>
          </p:cNvSpPr>
          <p:nvPr>
            <p:ph type="body" sz="quarter" idx="26" hasCustomPrompt="1"/>
          </p:nvPr>
        </p:nvSpPr>
        <p:spPr>
          <a:xfrm>
            <a:off x="9196088"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39" name="Footer Placeholder 15">
            <a:extLst>
              <a:ext uri="{FF2B5EF4-FFF2-40B4-BE49-F238E27FC236}">
                <a16:creationId xmlns:a16="http://schemas.microsoft.com/office/drawing/2014/main" id="{6F4437FE-F08F-4311-B53A-88E2B729B74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40" name="Slide Number Placeholder 16">
            <a:extLst>
              <a:ext uri="{FF2B5EF4-FFF2-40B4-BE49-F238E27FC236}">
                <a16:creationId xmlns:a16="http://schemas.microsoft.com/office/drawing/2014/main" id="{D0901035-50AC-4DE0-9A34-AAA61EC10E1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41" name="Date Placeholder 14">
            <a:extLst>
              <a:ext uri="{FF2B5EF4-FFF2-40B4-BE49-F238E27FC236}">
                <a16:creationId xmlns:a16="http://schemas.microsoft.com/office/drawing/2014/main" id="{5FDD3145-ADE2-4744-AF2E-9C8074C85841}"/>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41914450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eet The Team 8-Up">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A79A51B-CC7A-4B36-B457-AF323638813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1"/>
            <a:ext cx="12205220" cy="6858001"/>
          </a:xfrm>
          <a:prstGeom prst="rect">
            <a:avLst/>
          </a:prstGeom>
        </p:spPr>
      </p:pic>
      <p:sp>
        <p:nvSpPr>
          <p:cNvPr id="2" name="Title 1">
            <a:extLst>
              <a:ext uri="{FF2B5EF4-FFF2-40B4-BE49-F238E27FC236}">
                <a16:creationId xmlns:a16="http://schemas.microsoft.com/office/drawing/2014/main" id="{0E019BE9-6149-434A-B185-EE7434112622}"/>
              </a:ext>
            </a:extLst>
          </p:cNvPr>
          <p:cNvSpPr>
            <a:spLocks noGrp="1"/>
          </p:cNvSpPr>
          <p:nvPr>
            <p:ph type="title" hasCustomPrompt="1"/>
          </p:nvPr>
        </p:nvSpPr>
        <p:spPr>
          <a:xfrm>
            <a:off x="661216" y="2375820"/>
            <a:ext cx="1939480" cy="2218499"/>
          </a:xfrm>
          <a:prstGeom prst="rect">
            <a:avLst/>
          </a:prstGeom>
        </p:spPr>
        <p:txBody>
          <a:bodyPr anchor="ctr"/>
          <a:lstStyle>
            <a:lvl1pPr algn="ctr">
              <a:lnSpc>
                <a:spcPct val="90000"/>
              </a:lnSpc>
              <a:spcBef>
                <a:spcPts val="1000"/>
              </a:spcBef>
              <a:defRPr sz="2800" cap="all" spc="400" baseline="0">
                <a:solidFill>
                  <a:schemeClr val="bg1"/>
                </a:solidFill>
              </a:defRPr>
            </a:lvl1pPr>
          </a:lstStyle>
          <a:p>
            <a:r>
              <a:rPr lang="en-US" dirty="0"/>
              <a:t>Click to add title</a:t>
            </a:r>
          </a:p>
        </p:txBody>
      </p:sp>
      <p:sp>
        <p:nvSpPr>
          <p:cNvPr id="34" name="Picture Placeholder 9">
            <a:extLst>
              <a:ext uri="{FF2B5EF4-FFF2-40B4-BE49-F238E27FC236}">
                <a16:creationId xmlns:a16="http://schemas.microsoft.com/office/drawing/2014/main" id="{18B0121B-CD0E-495B-9B36-4E88EA4A9786}"/>
              </a:ext>
              <a:ext uri="{C183D7F6-B498-43B3-948B-1728B52AA6E4}">
                <adec:decorative xmlns:adec="http://schemas.microsoft.com/office/drawing/2017/decorative" val="0"/>
              </a:ext>
            </a:extLst>
          </p:cNvPr>
          <p:cNvSpPr>
            <a:spLocks noGrp="1"/>
          </p:cNvSpPr>
          <p:nvPr>
            <p:ph type="pic" sz="quarter" idx="16" hasCustomPrompt="1"/>
          </p:nvPr>
        </p:nvSpPr>
        <p:spPr>
          <a:xfrm>
            <a:off x="3136339" y="1326925"/>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81" name="Picture Placeholder 9">
            <a:extLst>
              <a:ext uri="{FF2B5EF4-FFF2-40B4-BE49-F238E27FC236}">
                <a16:creationId xmlns:a16="http://schemas.microsoft.com/office/drawing/2014/main" id="{4508E76D-2071-4546-8DF2-405B38E2E271}"/>
              </a:ext>
            </a:extLst>
          </p:cNvPr>
          <p:cNvSpPr>
            <a:spLocks noGrp="1"/>
          </p:cNvSpPr>
          <p:nvPr>
            <p:ph type="pic" sz="quarter" idx="39" hasCustomPrompt="1"/>
          </p:nvPr>
        </p:nvSpPr>
        <p:spPr>
          <a:xfrm>
            <a:off x="5209991" y="1326192"/>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85" name="Picture Placeholder 9">
            <a:extLst>
              <a:ext uri="{FF2B5EF4-FFF2-40B4-BE49-F238E27FC236}">
                <a16:creationId xmlns:a16="http://schemas.microsoft.com/office/drawing/2014/main" id="{D319C8D5-E3A6-45C8-8A64-1C1B70C90DD1}"/>
              </a:ext>
              <a:ext uri="{C183D7F6-B498-43B3-948B-1728B52AA6E4}">
                <adec:decorative xmlns:adec="http://schemas.microsoft.com/office/drawing/2017/decorative" val="0"/>
              </a:ext>
            </a:extLst>
          </p:cNvPr>
          <p:cNvSpPr>
            <a:spLocks noGrp="1"/>
          </p:cNvSpPr>
          <p:nvPr>
            <p:ph type="pic" sz="quarter" idx="40" hasCustomPrompt="1"/>
          </p:nvPr>
        </p:nvSpPr>
        <p:spPr>
          <a:xfrm>
            <a:off x="7305041" y="1335752"/>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87" name="Picture Placeholder 9">
            <a:extLst>
              <a:ext uri="{FF2B5EF4-FFF2-40B4-BE49-F238E27FC236}">
                <a16:creationId xmlns:a16="http://schemas.microsoft.com/office/drawing/2014/main" id="{01486F31-E79E-4E60-8749-B8036B3F096A}"/>
              </a:ext>
              <a:ext uri="{C183D7F6-B498-43B3-948B-1728B52AA6E4}">
                <adec:decorative xmlns:adec="http://schemas.microsoft.com/office/drawing/2017/decorative" val="0"/>
              </a:ext>
            </a:extLst>
          </p:cNvPr>
          <p:cNvSpPr>
            <a:spLocks noGrp="1"/>
          </p:cNvSpPr>
          <p:nvPr>
            <p:ph type="pic" sz="quarter" idx="41" hasCustomPrompt="1"/>
          </p:nvPr>
        </p:nvSpPr>
        <p:spPr>
          <a:xfrm>
            <a:off x="9384248" y="1326192"/>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37" name="Oval 36">
            <a:extLst>
              <a:ext uri="{FF2B5EF4-FFF2-40B4-BE49-F238E27FC236}">
                <a16:creationId xmlns:a16="http://schemas.microsoft.com/office/drawing/2014/main" id="{8139AA92-1781-41FF-9168-9F70B1CD9FB7}"/>
              </a:ext>
              <a:ext uri="{C183D7F6-B498-43B3-948B-1728B52AA6E4}">
                <adec:decorative xmlns:adec="http://schemas.microsoft.com/office/drawing/2017/decorative" val="1"/>
              </a:ext>
            </a:extLst>
          </p:cNvPr>
          <p:cNvSpPr/>
          <p:nvPr userDrawn="1"/>
        </p:nvSpPr>
        <p:spPr>
          <a:xfrm>
            <a:off x="3031536" y="1222122"/>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 Placeholder 14">
            <a:extLst>
              <a:ext uri="{FF2B5EF4-FFF2-40B4-BE49-F238E27FC236}">
                <a16:creationId xmlns:a16="http://schemas.microsoft.com/office/drawing/2014/main" id="{5FE36F90-735E-43D7-854A-0347B805053D}"/>
              </a:ext>
            </a:extLst>
          </p:cNvPr>
          <p:cNvSpPr>
            <a:spLocks noGrp="1"/>
          </p:cNvSpPr>
          <p:nvPr>
            <p:ph type="body" sz="quarter" idx="19" hasCustomPrompt="1"/>
          </p:nvPr>
        </p:nvSpPr>
        <p:spPr>
          <a:xfrm>
            <a:off x="2796727" y="2972370"/>
            <a:ext cx="2085792" cy="274650"/>
          </a:xfrm>
          <a:prstGeom prst="rect">
            <a:avLst/>
          </a:prstGeom>
        </p:spPr>
        <p:txBody>
          <a:bodyPr/>
          <a:lstStyle>
            <a:lvl1pPr marL="0" indent="0" algn="ctr">
              <a:buNone/>
              <a:defRPr sz="1200" b="0" cap="all" spc="200" baseline="0">
                <a:solidFill>
                  <a:schemeClr val="accent6"/>
                </a:solidFill>
                <a:latin typeface="+mj-lt"/>
              </a:defRPr>
            </a:lvl1pPr>
          </a:lstStyle>
          <a:p>
            <a:pPr lvl="0"/>
            <a:r>
              <a:rPr lang="en-US" dirty="0"/>
              <a:t>Add Name</a:t>
            </a:r>
          </a:p>
        </p:txBody>
      </p:sp>
      <p:sp>
        <p:nvSpPr>
          <p:cNvPr id="42" name="Text Placeholder 14">
            <a:extLst>
              <a:ext uri="{FF2B5EF4-FFF2-40B4-BE49-F238E27FC236}">
                <a16:creationId xmlns:a16="http://schemas.microsoft.com/office/drawing/2014/main" id="{2D0125FE-7543-4B0C-8C50-D4F2949EE8A0}"/>
              </a:ext>
            </a:extLst>
          </p:cNvPr>
          <p:cNvSpPr>
            <a:spLocks noGrp="1"/>
          </p:cNvSpPr>
          <p:nvPr>
            <p:ph type="body" sz="quarter" idx="20" hasCustomPrompt="1"/>
          </p:nvPr>
        </p:nvSpPr>
        <p:spPr>
          <a:xfrm>
            <a:off x="2896865"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43" name="Text Placeholder 14">
            <a:extLst>
              <a:ext uri="{FF2B5EF4-FFF2-40B4-BE49-F238E27FC236}">
                <a16:creationId xmlns:a16="http://schemas.microsoft.com/office/drawing/2014/main" id="{839FFFF4-4A0D-40BD-B34D-CD03D03FBEC4}"/>
              </a:ext>
            </a:extLst>
          </p:cNvPr>
          <p:cNvSpPr>
            <a:spLocks noGrp="1"/>
          </p:cNvSpPr>
          <p:nvPr>
            <p:ph type="body" sz="quarter" idx="21" hasCustomPrompt="1"/>
          </p:nvPr>
        </p:nvSpPr>
        <p:spPr>
          <a:xfrm>
            <a:off x="4898932" y="2972370"/>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44" name="Text Placeholder 14">
            <a:extLst>
              <a:ext uri="{FF2B5EF4-FFF2-40B4-BE49-F238E27FC236}">
                <a16:creationId xmlns:a16="http://schemas.microsoft.com/office/drawing/2014/main" id="{2697A53A-8491-4753-901E-02236DC0D5C4}"/>
              </a:ext>
            </a:extLst>
          </p:cNvPr>
          <p:cNvSpPr>
            <a:spLocks noGrp="1"/>
          </p:cNvSpPr>
          <p:nvPr>
            <p:ph type="body" sz="quarter" idx="22" hasCustomPrompt="1"/>
          </p:nvPr>
        </p:nvSpPr>
        <p:spPr>
          <a:xfrm>
            <a:off x="4999070"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45" name="Text Placeholder 14">
            <a:extLst>
              <a:ext uri="{FF2B5EF4-FFF2-40B4-BE49-F238E27FC236}">
                <a16:creationId xmlns:a16="http://schemas.microsoft.com/office/drawing/2014/main" id="{A51D26D1-89AE-43E7-8F1B-E28B18019F84}"/>
              </a:ext>
            </a:extLst>
          </p:cNvPr>
          <p:cNvSpPr>
            <a:spLocks noGrp="1"/>
          </p:cNvSpPr>
          <p:nvPr>
            <p:ph type="body" sz="quarter" idx="23" hasCustomPrompt="1"/>
          </p:nvPr>
        </p:nvSpPr>
        <p:spPr>
          <a:xfrm>
            <a:off x="7000136" y="2972538"/>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46" name="Text Placeholder 14">
            <a:extLst>
              <a:ext uri="{FF2B5EF4-FFF2-40B4-BE49-F238E27FC236}">
                <a16:creationId xmlns:a16="http://schemas.microsoft.com/office/drawing/2014/main" id="{0191059F-A4F0-4F1C-8237-308B7AD3F97D}"/>
              </a:ext>
            </a:extLst>
          </p:cNvPr>
          <p:cNvSpPr>
            <a:spLocks noGrp="1"/>
          </p:cNvSpPr>
          <p:nvPr>
            <p:ph type="body" sz="quarter" idx="24" hasCustomPrompt="1"/>
          </p:nvPr>
        </p:nvSpPr>
        <p:spPr>
          <a:xfrm>
            <a:off x="7100274"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47" name="Text Placeholder 14">
            <a:extLst>
              <a:ext uri="{FF2B5EF4-FFF2-40B4-BE49-F238E27FC236}">
                <a16:creationId xmlns:a16="http://schemas.microsoft.com/office/drawing/2014/main" id="{CFCD3D62-2515-40AC-A8A1-F7786244B36F}"/>
              </a:ext>
            </a:extLst>
          </p:cNvPr>
          <p:cNvSpPr>
            <a:spLocks noGrp="1"/>
          </p:cNvSpPr>
          <p:nvPr>
            <p:ph type="body" sz="quarter" idx="25" hasCustomPrompt="1"/>
          </p:nvPr>
        </p:nvSpPr>
        <p:spPr>
          <a:xfrm>
            <a:off x="9095950" y="2972370"/>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48" name="Text Placeholder 14">
            <a:extLst>
              <a:ext uri="{FF2B5EF4-FFF2-40B4-BE49-F238E27FC236}">
                <a16:creationId xmlns:a16="http://schemas.microsoft.com/office/drawing/2014/main" id="{96332DF1-A140-4DDE-9D59-EEF6D503A8D7}"/>
              </a:ext>
            </a:extLst>
          </p:cNvPr>
          <p:cNvSpPr>
            <a:spLocks noGrp="1"/>
          </p:cNvSpPr>
          <p:nvPr>
            <p:ph type="body" sz="quarter" idx="26" hasCustomPrompt="1"/>
          </p:nvPr>
        </p:nvSpPr>
        <p:spPr>
          <a:xfrm>
            <a:off x="9196088"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97" name="Picture Placeholder 9">
            <a:extLst>
              <a:ext uri="{FF2B5EF4-FFF2-40B4-BE49-F238E27FC236}">
                <a16:creationId xmlns:a16="http://schemas.microsoft.com/office/drawing/2014/main" id="{74EEDA10-EB71-4CAE-80C3-9C8B46E6DF07}"/>
              </a:ext>
            </a:extLst>
          </p:cNvPr>
          <p:cNvSpPr>
            <a:spLocks noGrp="1"/>
          </p:cNvSpPr>
          <p:nvPr>
            <p:ph type="pic" sz="quarter" idx="42" hasCustomPrompt="1"/>
          </p:nvPr>
        </p:nvSpPr>
        <p:spPr>
          <a:xfrm>
            <a:off x="3136338" y="3967833"/>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99" name="Picture Placeholder 9">
            <a:extLst>
              <a:ext uri="{FF2B5EF4-FFF2-40B4-BE49-F238E27FC236}">
                <a16:creationId xmlns:a16="http://schemas.microsoft.com/office/drawing/2014/main" id="{B9B031BF-4314-4A3C-B53C-3958CC4E6228}"/>
              </a:ext>
            </a:extLst>
          </p:cNvPr>
          <p:cNvSpPr>
            <a:spLocks noGrp="1"/>
          </p:cNvSpPr>
          <p:nvPr>
            <p:ph type="pic" sz="quarter" idx="43" hasCustomPrompt="1"/>
          </p:nvPr>
        </p:nvSpPr>
        <p:spPr>
          <a:xfrm>
            <a:off x="5209990" y="3967100"/>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101" name="Picture Placeholder 9">
            <a:extLst>
              <a:ext uri="{FF2B5EF4-FFF2-40B4-BE49-F238E27FC236}">
                <a16:creationId xmlns:a16="http://schemas.microsoft.com/office/drawing/2014/main" id="{BC693B9A-3B30-4605-8EB8-2F155D0A4D7C}"/>
              </a:ext>
            </a:extLst>
          </p:cNvPr>
          <p:cNvSpPr>
            <a:spLocks noGrp="1"/>
          </p:cNvSpPr>
          <p:nvPr>
            <p:ph type="pic" sz="quarter" idx="44" hasCustomPrompt="1"/>
          </p:nvPr>
        </p:nvSpPr>
        <p:spPr>
          <a:xfrm>
            <a:off x="7305040" y="3976660"/>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103" name="Picture Placeholder 9">
            <a:extLst>
              <a:ext uri="{FF2B5EF4-FFF2-40B4-BE49-F238E27FC236}">
                <a16:creationId xmlns:a16="http://schemas.microsoft.com/office/drawing/2014/main" id="{B4CC215D-FD31-4423-900D-14FF4F457AFA}"/>
              </a:ext>
            </a:extLst>
          </p:cNvPr>
          <p:cNvSpPr>
            <a:spLocks noGrp="1"/>
          </p:cNvSpPr>
          <p:nvPr>
            <p:ph type="pic" sz="quarter" idx="45" hasCustomPrompt="1"/>
          </p:nvPr>
        </p:nvSpPr>
        <p:spPr>
          <a:xfrm>
            <a:off x="9384247" y="3967100"/>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73" name="Text Placeholder 14">
            <a:extLst>
              <a:ext uri="{FF2B5EF4-FFF2-40B4-BE49-F238E27FC236}">
                <a16:creationId xmlns:a16="http://schemas.microsoft.com/office/drawing/2014/main" id="{D4954E76-6CE5-4657-B73B-9875EBBEE003}"/>
              </a:ext>
            </a:extLst>
          </p:cNvPr>
          <p:cNvSpPr>
            <a:spLocks noGrp="1"/>
          </p:cNvSpPr>
          <p:nvPr>
            <p:ph type="body" sz="quarter" idx="31" hasCustomPrompt="1"/>
          </p:nvPr>
        </p:nvSpPr>
        <p:spPr>
          <a:xfrm>
            <a:off x="2796727"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74" name="Text Placeholder 14">
            <a:extLst>
              <a:ext uri="{FF2B5EF4-FFF2-40B4-BE49-F238E27FC236}">
                <a16:creationId xmlns:a16="http://schemas.microsoft.com/office/drawing/2014/main" id="{E361B92F-F111-450A-A880-C34503792307}"/>
              </a:ext>
            </a:extLst>
          </p:cNvPr>
          <p:cNvSpPr>
            <a:spLocks noGrp="1"/>
          </p:cNvSpPr>
          <p:nvPr>
            <p:ph type="body" sz="quarter" idx="32" hasCustomPrompt="1"/>
          </p:nvPr>
        </p:nvSpPr>
        <p:spPr>
          <a:xfrm>
            <a:off x="2896865"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75" name="Text Placeholder 14">
            <a:extLst>
              <a:ext uri="{FF2B5EF4-FFF2-40B4-BE49-F238E27FC236}">
                <a16:creationId xmlns:a16="http://schemas.microsoft.com/office/drawing/2014/main" id="{375C0FEC-10E7-43EA-953F-8CB9B43D05D4}"/>
              </a:ext>
            </a:extLst>
          </p:cNvPr>
          <p:cNvSpPr>
            <a:spLocks noGrp="1"/>
          </p:cNvSpPr>
          <p:nvPr>
            <p:ph type="body" sz="quarter" idx="33" hasCustomPrompt="1"/>
          </p:nvPr>
        </p:nvSpPr>
        <p:spPr>
          <a:xfrm>
            <a:off x="4898932"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76" name="Text Placeholder 14">
            <a:extLst>
              <a:ext uri="{FF2B5EF4-FFF2-40B4-BE49-F238E27FC236}">
                <a16:creationId xmlns:a16="http://schemas.microsoft.com/office/drawing/2014/main" id="{84B1D0A0-DE01-44D1-9B3D-C05DBE9FF754}"/>
              </a:ext>
            </a:extLst>
          </p:cNvPr>
          <p:cNvSpPr>
            <a:spLocks noGrp="1"/>
          </p:cNvSpPr>
          <p:nvPr>
            <p:ph type="body" sz="quarter" idx="34" hasCustomPrompt="1"/>
          </p:nvPr>
        </p:nvSpPr>
        <p:spPr>
          <a:xfrm>
            <a:off x="4999070"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77" name="Text Placeholder 14">
            <a:extLst>
              <a:ext uri="{FF2B5EF4-FFF2-40B4-BE49-F238E27FC236}">
                <a16:creationId xmlns:a16="http://schemas.microsoft.com/office/drawing/2014/main" id="{DB6914BB-9516-4473-A02F-1A325FA7EF4F}"/>
              </a:ext>
            </a:extLst>
          </p:cNvPr>
          <p:cNvSpPr>
            <a:spLocks noGrp="1"/>
          </p:cNvSpPr>
          <p:nvPr>
            <p:ph type="body" sz="quarter" idx="35" hasCustomPrompt="1"/>
          </p:nvPr>
        </p:nvSpPr>
        <p:spPr>
          <a:xfrm>
            <a:off x="7000136" y="5587475"/>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78" name="Text Placeholder 14">
            <a:extLst>
              <a:ext uri="{FF2B5EF4-FFF2-40B4-BE49-F238E27FC236}">
                <a16:creationId xmlns:a16="http://schemas.microsoft.com/office/drawing/2014/main" id="{FEE30418-F1D4-4D16-A984-FAA6CA0C74BF}"/>
              </a:ext>
            </a:extLst>
          </p:cNvPr>
          <p:cNvSpPr>
            <a:spLocks noGrp="1"/>
          </p:cNvSpPr>
          <p:nvPr>
            <p:ph type="body" sz="quarter" idx="36" hasCustomPrompt="1"/>
          </p:nvPr>
        </p:nvSpPr>
        <p:spPr>
          <a:xfrm>
            <a:off x="7100274"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79" name="Text Placeholder 14">
            <a:extLst>
              <a:ext uri="{FF2B5EF4-FFF2-40B4-BE49-F238E27FC236}">
                <a16:creationId xmlns:a16="http://schemas.microsoft.com/office/drawing/2014/main" id="{6D336D9D-1BA1-44AE-96D0-3ABDA2E02FB5}"/>
              </a:ext>
            </a:extLst>
          </p:cNvPr>
          <p:cNvSpPr>
            <a:spLocks noGrp="1"/>
          </p:cNvSpPr>
          <p:nvPr>
            <p:ph type="body" sz="quarter" idx="37" hasCustomPrompt="1"/>
          </p:nvPr>
        </p:nvSpPr>
        <p:spPr>
          <a:xfrm>
            <a:off x="9095950"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80" name="Text Placeholder 14">
            <a:extLst>
              <a:ext uri="{FF2B5EF4-FFF2-40B4-BE49-F238E27FC236}">
                <a16:creationId xmlns:a16="http://schemas.microsoft.com/office/drawing/2014/main" id="{6CFC9B87-2AEB-414D-90C4-B7F8F4AA9080}"/>
              </a:ext>
            </a:extLst>
          </p:cNvPr>
          <p:cNvSpPr>
            <a:spLocks noGrp="1"/>
          </p:cNvSpPr>
          <p:nvPr>
            <p:ph type="body" sz="quarter" idx="38" hasCustomPrompt="1"/>
          </p:nvPr>
        </p:nvSpPr>
        <p:spPr>
          <a:xfrm>
            <a:off x="9192018" y="5813275"/>
            <a:ext cx="1885515"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82" name="Oval 81">
            <a:extLst>
              <a:ext uri="{FF2B5EF4-FFF2-40B4-BE49-F238E27FC236}">
                <a16:creationId xmlns:a16="http://schemas.microsoft.com/office/drawing/2014/main" id="{9DC42105-8FBF-4317-8822-399B1F791ABF}"/>
              </a:ext>
              <a:ext uri="{C183D7F6-B498-43B3-948B-1728B52AA6E4}">
                <adec:decorative xmlns:adec="http://schemas.microsoft.com/office/drawing/2017/decorative" val="1"/>
              </a:ext>
            </a:extLst>
          </p:cNvPr>
          <p:cNvSpPr/>
          <p:nvPr userDrawn="1"/>
        </p:nvSpPr>
        <p:spPr>
          <a:xfrm>
            <a:off x="5105188" y="122138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Oval 85">
            <a:extLst>
              <a:ext uri="{FF2B5EF4-FFF2-40B4-BE49-F238E27FC236}">
                <a16:creationId xmlns:a16="http://schemas.microsoft.com/office/drawing/2014/main" id="{644C80F9-E615-4699-A719-131E62011769}"/>
              </a:ext>
              <a:ext uri="{C183D7F6-B498-43B3-948B-1728B52AA6E4}">
                <adec:decorative xmlns:adec="http://schemas.microsoft.com/office/drawing/2017/decorative" val="1"/>
              </a:ext>
            </a:extLst>
          </p:cNvPr>
          <p:cNvSpPr/>
          <p:nvPr userDrawn="1"/>
        </p:nvSpPr>
        <p:spPr>
          <a:xfrm>
            <a:off x="7200238" y="123094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Oval 87">
            <a:extLst>
              <a:ext uri="{FF2B5EF4-FFF2-40B4-BE49-F238E27FC236}">
                <a16:creationId xmlns:a16="http://schemas.microsoft.com/office/drawing/2014/main" id="{191882A0-07C5-40D6-9520-02882775B26A}"/>
              </a:ext>
              <a:ext uri="{C183D7F6-B498-43B3-948B-1728B52AA6E4}">
                <adec:decorative xmlns:adec="http://schemas.microsoft.com/office/drawing/2017/decorative" val="1"/>
              </a:ext>
            </a:extLst>
          </p:cNvPr>
          <p:cNvSpPr/>
          <p:nvPr userDrawn="1"/>
        </p:nvSpPr>
        <p:spPr>
          <a:xfrm>
            <a:off x="9279445" y="122138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Oval 97">
            <a:extLst>
              <a:ext uri="{FF2B5EF4-FFF2-40B4-BE49-F238E27FC236}">
                <a16:creationId xmlns:a16="http://schemas.microsoft.com/office/drawing/2014/main" id="{242E90BB-F1EA-466F-939C-623189DF3ADD}"/>
              </a:ext>
              <a:ext uri="{C183D7F6-B498-43B3-948B-1728B52AA6E4}">
                <adec:decorative xmlns:adec="http://schemas.microsoft.com/office/drawing/2017/decorative" val="1"/>
              </a:ext>
            </a:extLst>
          </p:cNvPr>
          <p:cNvSpPr/>
          <p:nvPr userDrawn="1"/>
        </p:nvSpPr>
        <p:spPr>
          <a:xfrm>
            <a:off x="3031535" y="3863030"/>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Oval 99">
            <a:extLst>
              <a:ext uri="{FF2B5EF4-FFF2-40B4-BE49-F238E27FC236}">
                <a16:creationId xmlns:a16="http://schemas.microsoft.com/office/drawing/2014/main" id="{CBBFD36F-B307-4513-ABAD-4A02FF737176}"/>
              </a:ext>
              <a:ext uri="{C183D7F6-B498-43B3-948B-1728B52AA6E4}">
                <adec:decorative xmlns:adec="http://schemas.microsoft.com/office/drawing/2017/decorative" val="1"/>
              </a:ext>
            </a:extLst>
          </p:cNvPr>
          <p:cNvSpPr/>
          <p:nvPr userDrawn="1"/>
        </p:nvSpPr>
        <p:spPr>
          <a:xfrm>
            <a:off x="5105187" y="386229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2E69D0B1-6D57-4A70-9C3C-F3A072AAA324}"/>
              </a:ext>
              <a:ext uri="{C183D7F6-B498-43B3-948B-1728B52AA6E4}">
                <adec:decorative xmlns:adec="http://schemas.microsoft.com/office/drawing/2017/decorative" val="1"/>
              </a:ext>
            </a:extLst>
          </p:cNvPr>
          <p:cNvSpPr/>
          <p:nvPr userDrawn="1"/>
        </p:nvSpPr>
        <p:spPr>
          <a:xfrm>
            <a:off x="7200237" y="387185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Oval 103">
            <a:extLst>
              <a:ext uri="{FF2B5EF4-FFF2-40B4-BE49-F238E27FC236}">
                <a16:creationId xmlns:a16="http://schemas.microsoft.com/office/drawing/2014/main" id="{95C6593C-7D72-47FB-AACE-F8848EAFA3AB}"/>
              </a:ext>
              <a:ext uri="{C183D7F6-B498-43B3-948B-1728B52AA6E4}">
                <adec:decorative xmlns:adec="http://schemas.microsoft.com/office/drawing/2017/decorative" val="1"/>
              </a:ext>
            </a:extLst>
          </p:cNvPr>
          <p:cNvSpPr/>
          <p:nvPr userDrawn="1"/>
        </p:nvSpPr>
        <p:spPr>
          <a:xfrm>
            <a:off x="9279444" y="386229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Footer Placeholder 15">
            <a:extLst>
              <a:ext uri="{FF2B5EF4-FFF2-40B4-BE49-F238E27FC236}">
                <a16:creationId xmlns:a16="http://schemas.microsoft.com/office/drawing/2014/main" id="{75E80FB1-82CC-4144-A899-130449B1AC1C}"/>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06" name="Slide Number Placeholder 16">
            <a:extLst>
              <a:ext uri="{FF2B5EF4-FFF2-40B4-BE49-F238E27FC236}">
                <a16:creationId xmlns:a16="http://schemas.microsoft.com/office/drawing/2014/main" id="{10233900-5A86-4114-B6F5-3A0EA053C02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07" name="Date Placeholder 14">
            <a:extLst>
              <a:ext uri="{FF2B5EF4-FFF2-40B4-BE49-F238E27FC236}">
                <a16:creationId xmlns:a16="http://schemas.microsoft.com/office/drawing/2014/main" id="{FD1BC0B7-CAA7-4673-9A20-4EFEDC54FC46}"/>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1802333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17DE9787-F8D7-4BBC-B3C0-144EEF4730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7F666A-7AF7-4FC6-99DD-E06ED83C2E88}"/>
              </a:ext>
            </a:extLst>
          </p:cNvPr>
          <p:cNvSpPr>
            <a:spLocks noGrp="1"/>
          </p:cNvSpPr>
          <p:nvPr>
            <p:ph type="title" hasCustomPrompt="1"/>
          </p:nvPr>
        </p:nvSpPr>
        <p:spPr>
          <a:xfrm>
            <a:off x="3131507" y="412356"/>
            <a:ext cx="5561556" cy="567670"/>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45" name="Text Placeholder 10">
            <a:extLst>
              <a:ext uri="{FF2B5EF4-FFF2-40B4-BE49-F238E27FC236}">
                <a16:creationId xmlns:a16="http://schemas.microsoft.com/office/drawing/2014/main" id="{F2A51B67-A536-47ED-9C35-D2A4CF043420}"/>
              </a:ext>
            </a:extLst>
          </p:cNvPr>
          <p:cNvSpPr>
            <a:spLocks noGrp="1"/>
          </p:cNvSpPr>
          <p:nvPr>
            <p:ph type="body" sz="quarter" idx="21" hasCustomPrompt="1"/>
          </p:nvPr>
        </p:nvSpPr>
        <p:spPr>
          <a:xfrm>
            <a:off x="930273" y="2216292"/>
            <a:ext cx="1611892" cy="1151632"/>
          </a:xfrm>
          <a:prstGeom prst="rect">
            <a:avLst/>
          </a:prstGeom>
        </p:spPr>
        <p:txBody>
          <a:bodyPr anchor="ctr"/>
          <a:lstStyle>
            <a:lvl1pPr marL="0" indent="0" algn="ctr">
              <a:lnSpc>
                <a:spcPct val="100000"/>
              </a:lnSpc>
              <a:spcBef>
                <a:spcPts val="0"/>
              </a:spcBef>
              <a:spcAft>
                <a:spcPts val="0"/>
              </a:spcAft>
              <a:buNone/>
              <a:defRPr sz="4000" cap="all" spc="400" baseline="0">
                <a:solidFill>
                  <a:schemeClr val="accent5"/>
                </a:solidFill>
                <a:latin typeface="+mj-lt"/>
              </a:defRPr>
            </a:lvl1pPr>
          </a:lstStyle>
          <a:p>
            <a:pPr lvl="0"/>
            <a:r>
              <a:rPr lang="en-US" dirty="0"/>
              <a:t>Add title</a:t>
            </a:r>
          </a:p>
        </p:txBody>
      </p:sp>
      <p:sp>
        <p:nvSpPr>
          <p:cNvPr id="49" name="Text Placeholder 10">
            <a:extLst>
              <a:ext uri="{FF2B5EF4-FFF2-40B4-BE49-F238E27FC236}">
                <a16:creationId xmlns:a16="http://schemas.microsoft.com/office/drawing/2014/main" id="{22B9C39F-D011-4AC3-A4D5-F61A1CB3650B}"/>
              </a:ext>
            </a:extLst>
          </p:cNvPr>
          <p:cNvSpPr>
            <a:spLocks noGrp="1"/>
          </p:cNvSpPr>
          <p:nvPr>
            <p:ph type="body" sz="quarter" idx="22" hasCustomPrompt="1"/>
          </p:nvPr>
        </p:nvSpPr>
        <p:spPr>
          <a:xfrm>
            <a:off x="3613801"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6">
                    <a:lumMod val="75000"/>
                  </a:schemeClr>
                </a:solidFill>
                <a:latin typeface="+mj-lt"/>
              </a:defRPr>
            </a:lvl1pPr>
          </a:lstStyle>
          <a:p>
            <a:pPr lvl="0"/>
            <a:r>
              <a:rPr lang="en-US" dirty="0"/>
              <a:t>Add title</a:t>
            </a:r>
          </a:p>
        </p:txBody>
      </p:sp>
      <p:sp>
        <p:nvSpPr>
          <p:cNvPr id="47" name="Text Placeholder 10">
            <a:extLst>
              <a:ext uri="{FF2B5EF4-FFF2-40B4-BE49-F238E27FC236}">
                <a16:creationId xmlns:a16="http://schemas.microsoft.com/office/drawing/2014/main" id="{4ACDF114-02BD-4A37-9BE7-AA8094B7CD20}"/>
              </a:ext>
            </a:extLst>
          </p:cNvPr>
          <p:cNvSpPr>
            <a:spLocks noGrp="1"/>
          </p:cNvSpPr>
          <p:nvPr>
            <p:ph type="body" sz="quarter" idx="23" hasCustomPrompt="1"/>
          </p:nvPr>
        </p:nvSpPr>
        <p:spPr>
          <a:xfrm>
            <a:off x="6297329"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1">
                    <a:lumMod val="50000"/>
                    <a:lumOff val="50000"/>
                  </a:schemeClr>
                </a:solidFill>
                <a:latin typeface="+mj-lt"/>
              </a:defRPr>
            </a:lvl1pPr>
          </a:lstStyle>
          <a:p>
            <a:pPr lvl="0"/>
            <a:r>
              <a:rPr lang="en-US" dirty="0"/>
              <a:t>Add title</a:t>
            </a:r>
          </a:p>
        </p:txBody>
      </p:sp>
      <p:sp>
        <p:nvSpPr>
          <p:cNvPr id="48" name="Text Placeholder 10">
            <a:extLst>
              <a:ext uri="{FF2B5EF4-FFF2-40B4-BE49-F238E27FC236}">
                <a16:creationId xmlns:a16="http://schemas.microsoft.com/office/drawing/2014/main" id="{E3852728-C736-414F-BEC0-31AB3A704D1D}"/>
              </a:ext>
            </a:extLst>
          </p:cNvPr>
          <p:cNvSpPr>
            <a:spLocks noGrp="1"/>
          </p:cNvSpPr>
          <p:nvPr>
            <p:ph type="body" sz="quarter" idx="24" hasCustomPrompt="1"/>
          </p:nvPr>
        </p:nvSpPr>
        <p:spPr>
          <a:xfrm>
            <a:off x="8980856"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3"/>
                </a:solidFill>
                <a:latin typeface="+mj-lt"/>
              </a:defRPr>
            </a:lvl1pPr>
          </a:lstStyle>
          <a:p>
            <a:pPr lvl="0"/>
            <a:r>
              <a:rPr lang="en-US" dirty="0"/>
              <a:t>Add title</a:t>
            </a:r>
          </a:p>
        </p:txBody>
      </p:sp>
      <p:sp>
        <p:nvSpPr>
          <p:cNvPr id="37" name="Text Placeholder 14">
            <a:extLst>
              <a:ext uri="{FF2B5EF4-FFF2-40B4-BE49-F238E27FC236}">
                <a16:creationId xmlns:a16="http://schemas.microsoft.com/office/drawing/2014/main" id="{6B731840-A0DA-423D-9AD1-D542C17BA99A}"/>
              </a:ext>
            </a:extLst>
          </p:cNvPr>
          <p:cNvSpPr>
            <a:spLocks noGrp="1"/>
          </p:cNvSpPr>
          <p:nvPr>
            <p:ph type="body" sz="quarter" idx="12" hasCustomPrompt="1"/>
          </p:nvPr>
        </p:nvSpPr>
        <p:spPr>
          <a:xfrm>
            <a:off x="545026"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5"/>
                </a:solidFill>
                <a:latin typeface="+mj-lt"/>
              </a:defRPr>
            </a:lvl1pPr>
          </a:lstStyle>
          <a:p>
            <a:pPr lvl="0"/>
            <a:r>
              <a:rPr lang="en-US" dirty="0"/>
              <a:t>Click to add title</a:t>
            </a:r>
          </a:p>
        </p:txBody>
      </p:sp>
      <p:sp>
        <p:nvSpPr>
          <p:cNvPr id="38" name="Text Placeholder 14">
            <a:extLst>
              <a:ext uri="{FF2B5EF4-FFF2-40B4-BE49-F238E27FC236}">
                <a16:creationId xmlns:a16="http://schemas.microsoft.com/office/drawing/2014/main" id="{1E47A2D3-1E75-488B-A7B8-CB951C8CFBF3}"/>
              </a:ext>
            </a:extLst>
          </p:cNvPr>
          <p:cNvSpPr>
            <a:spLocks noGrp="1"/>
          </p:cNvSpPr>
          <p:nvPr>
            <p:ph type="body" sz="quarter" idx="13" hasCustomPrompt="1"/>
          </p:nvPr>
        </p:nvSpPr>
        <p:spPr>
          <a:xfrm>
            <a:off x="545026"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39" name="Text Placeholder 14">
            <a:extLst>
              <a:ext uri="{FF2B5EF4-FFF2-40B4-BE49-F238E27FC236}">
                <a16:creationId xmlns:a16="http://schemas.microsoft.com/office/drawing/2014/main" id="{2D6ADA9B-155A-4D54-8FCB-993ADEDA7934}"/>
              </a:ext>
            </a:extLst>
          </p:cNvPr>
          <p:cNvSpPr>
            <a:spLocks noGrp="1"/>
          </p:cNvSpPr>
          <p:nvPr>
            <p:ph type="body" sz="quarter" idx="15" hasCustomPrompt="1"/>
          </p:nvPr>
        </p:nvSpPr>
        <p:spPr>
          <a:xfrm>
            <a:off x="3228554"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6">
                    <a:lumMod val="75000"/>
                  </a:schemeClr>
                </a:solidFill>
                <a:latin typeface="+mj-lt"/>
              </a:defRPr>
            </a:lvl1pPr>
          </a:lstStyle>
          <a:p>
            <a:pPr lvl="0"/>
            <a:r>
              <a:rPr lang="en-US" dirty="0"/>
              <a:t>Click to add title</a:t>
            </a:r>
          </a:p>
        </p:txBody>
      </p:sp>
      <p:sp>
        <p:nvSpPr>
          <p:cNvPr id="40" name="Text Placeholder 14">
            <a:extLst>
              <a:ext uri="{FF2B5EF4-FFF2-40B4-BE49-F238E27FC236}">
                <a16:creationId xmlns:a16="http://schemas.microsoft.com/office/drawing/2014/main" id="{EF3CF6C8-7D4D-4E50-B616-0431BD4830E4}"/>
              </a:ext>
            </a:extLst>
          </p:cNvPr>
          <p:cNvSpPr>
            <a:spLocks noGrp="1"/>
          </p:cNvSpPr>
          <p:nvPr>
            <p:ph type="body" sz="quarter" idx="16" hasCustomPrompt="1"/>
          </p:nvPr>
        </p:nvSpPr>
        <p:spPr>
          <a:xfrm>
            <a:off x="3228554"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1" name="Text Placeholder 14">
            <a:extLst>
              <a:ext uri="{FF2B5EF4-FFF2-40B4-BE49-F238E27FC236}">
                <a16:creationId xmlns:a16="http://schemas.microsoft.com/office/drawing/2014/main" id="{1CDF49FC-54E3-44AE-A97C-193A25AD6CB3}"/>
              </a:ext>
            </a:extLst>
          </p:cNvPr>
          <p:cNvSpPr>
            <a:spLocks noGrp="1"/>
          </p:cNvSpPr>
          <p:nvPr>
            <p:ph type="body" sz="quarter" idx="17" hasCustomPrompt="1"/>
          </p:nvPr>
        </p:nvSpPr>
        <p:spPr>
          <a:xfrm>
            <a:off x="5912082"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1">
                    <a:lumMod val="50000"/>
                    <a:lumOff val="50000"/>
                  </a:schemeClr>
                </a:solidFill>
                <a:latin typeface="+mj-lt"/>
              </a:defRPr>
            </a:lvl1pPr>
          </a:lstStyle>
          <a:p>
            <a:pPr lvl="0"/>
            <a:r>
              <a:rPr lang="en-US" dirty="0"/>
              <a:t>Click to add title</a:t>
            </a:r>
          </a:p>
        </p:txBody>
      </p:sp>
      <p:sp>
        <p:nvSpPr>
          <p:cNvPr id="42" name="Text Placeholder 14">
            <a:extLst>
              <a:ext uri="{FF2B5EF4-FFF2-40B4-BE49-F238E27FC236}">
                <a16:creationId xmlns:a16="http://schemas.microsoft.com/office/drawing/2014/main" id="{742DE5D9-5D04-4F7F-9F34-704818185832}"/>
              </a:ext>
            </a:extLst>
          </p:cNvPr>
          <p:cNvSpPr>
            <a:spLocks noGrp="1"/>
          </p:cNvSpPr>
          <p:nvPr>
            <p:ph type="body" sz="quarter" idx="18" hasCustomPrompt="1"/>
          </p:nvPr>
        </p:nvSpPr>
        <p:spPr>
          <a:xfrm>
            <a:off x="5912082"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3" name="Text Placeholder 14">
            <a:extLst>
              <a:ext uri="{FF2B5EF4-FFF2-40B4-BE49-F238E27FC236}">
                <a16:creationId xmlns:a16="http://schemas.microsoft.com/office/drawing/2014/main" id="{5F0B8140-B940-4531-9562-8D79015D9413}"/>
              </a:ext>
            </a:extLst>
          </p:cNvPr>
          <p:cNvSpPr>
            <a:spLocks noGrp="1"/>
          </p:cNvSpPr>
          <p:nvPr>
            <p:ph type="body" sz="quarter" idx="19" hasCustomPrompt="1"/>
          </p:nvPr>
        </p:nvSpPr>
        <p:spPr>
          <a:xfrm>
            <a:off x="8595609"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3"/>
                </a:solidFill>
                <a:latin typeface="+mj-lt"/>
              </a:defRPr>
            </a:lvl1pPr>
          </a:lstStyle>
          <a:p>
            <a:pPr lvl="0"/>
            <a:r>
              <a:rPr lang="en-US" dirty="0"/>
              <a:t>Click to add title</a:t>
            </a:r>
          </a:p>
        </p:txBody>
      </p:sp>
      <p:sp>
        <p:nvSpPr>
          <p:cNvPr id="44" name="Text Placeholder 14">
            <a:extLst>
              <a:ext uri="{FF2B5EF4-FFF2-40B4-BE49-F238E27FC236}">
                <a16:creationId xmlns:a16="http://schemas.microsoft.com/office/drawing/2014/main" id="{849CC034-065E-48F0-985D-B80C15200238}"/>
              </a:ext>
            </a:extLst>
          </p:cNvPr>
          <p:cNvSpPr>
            <a:spLocks noGrp="1"/>
          </p:cNvSpPr>
          <p:nvPr>
            <p:ph type="body" sz="quarter" idx="20" hasCustomPrompt="1"/>
          </p:nvPr>
        </p:nvSpPr>
        <p:spPr>
          <a:xfrm>
            <a:off x="8595609"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12" name="Footer Placeholder 15">
            <a:extLst>
              <a:ext uri="{FF2B5EF4-FFF2-40B4-BE49-F238E27FC236}">
                <a16:creationId xmlns:a16="http://schemas.microsoft.com/office/drawing/2014/main" id="{8035ED58-36EB-4147-BCAF-919ADD4DD583}"/>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7D46932B-0FD6-4226-B251-4B815461214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56763F7F-D8C0-4AC6-96D0-C445984C5CB1}"/>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738281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3BA4599-9856-44E7-A2B6-2354614AF73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B14DA-64F0-4FA7-9A51-F4DB18154D7E}"/>
              </a:ext>
            </a:extLst>
          </p:cNvPr>
          <p:cNvSpPr>
            <a:spLocks noGrp="1"/>
          </p:cNvSpPr>
          <p:nvPr>
            <p:ph type="title" hasCustomPrompt="1"/>
          </p:nvPr>
        </p:nvSpPr>
        <p:spPr>
          <a:xfrm>
            <a:off x="5679441" y="1259911"/>
            <a:ext cx="5124189" cy="492302"/>
          </a:xfrm>
          <a:prstGeom prst="rect">
            <a:avLst/>
          </a:prstGeom>
        </p:spPr>
        <p:txBody>
          <a:bodyPr/>
          <a:lstStyle>
            <a:lvl1pPr>
              <a:defRPr sz="2800" cap="all" spc="400" baseline="0">
                <a:solidFill>
                  <a:schemeClr val="accent6"/>
                </a:solidFill>
              </a:defRPr>
            </a:lvl1pPr>
          </a:lstStyle>
          <a:p>
            <a:r>
              <a:rPr lang="en-US" dirty="0"/>
              <a:t>Click to add title</a:t>
            </a:r>
          </a:p>
        </p:txBody>
      </p:sp>
      <p:sp>
        <p:nvSpPr>
          <p:cNvPr id="17" name="Text Placeholder 14">
            <a:extLst>
              <a:ext uri="{FF2B5EF4-FFF2-40B4-BE49-F238E27FC236}">
                <a16:creationId xmlns:a16="http://schemas.microsoft.com/office/drawing/2014/main" id="{DC4C8188-3DF6-4730-A43A-B789F03449DA}"/>
              </a:ext>
            </a:extLst>
          </p:cNvPr>
          <p:cNvSpPr>
            <a:spLocks noGrp="1"/>
          </p:cNvSpPr>
          <p:nvPr>
            <p:ph type="body" sz="quarter" idx="14" hasCustomPrompt="1"/>
          </p:nvPr>
        </p:nvSpPr>
        <p:spPr>
          <a:xfrm>
            <a:off x="5679441" y="1752212"/>
            <a:ext cx="4856479" cy="2413388"/>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3" name="Footer Placeholder 15">
            <a:extLst>
              <a:ext uri="{FF2B5EF4-FFF2-40B4-BE49-F238E27FC236}">
                <a16:creationId xmlns:a16="http://schemas.microsoft.com/office/drawing/2014/main" id="{E06D1BDE-6908-49BA-9900-53DFFF4B1E1B}"/>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4" name="Slide Number Placeholder 16">
            <a:extLst>
              <a:ext uri="{FF2B5EF4-FFF2-40B4-BE49-F238E27FC236}">
                <a16:creationId xmlns:a16="http://schemas.microsoft.com/office/drawing/2014/main" id="{1C3470F5-DE33-49A4-AE82-D8EA10A4FC5F}"/>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5" name="Date Placeholder 14">
            <a:extLst>
              <a:ext uri="{FF2B5EF4-FFF2-40B4-BE49-F238E27FC236}">
                <a16:creationId xmlns:a16="http://schemas.microsoft.com/office/drawing/2014/main" id="{63DCFC99-67D1-468A-8498-B3C1C90B4CF3}"/>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18344077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E551AED-617A-4A51-AA8F-586F3703B7F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60DB23A-E569-444D-8607-FD404EECF3BA}"/>
              </a:ext>
            </a:extLst>
          </p:cNvPr>
          <p:cNvSpPr>
            <a:spLocks noGrp="1"/>
          </p:cNvSpPr>
          <p:nvPr>
            <p:ph type="title" hasCustomPrompt="1"/>
          </p:nvPr>
        </p:nvSpPr>
        <p:spPr>
          <a:xfrm>
            <a:off x="1026850" y="563671"/>
            <a:ext cx="4989629" cy="2387771"/>
          </a:xfrm>
          <a:prstGeom prst="rect">
            <a:avLst/>
          </a:prstGeom>
        </p:spPr>
        <p:txBody>
          <a:bodyPr anchor="b"/>
          <a:lstStyle>
            <a:lvl1pPr algn="ctr">
              <a:defRPr sz="4800" cap="all" spc="400" baseline="0">
                <a:solidFill>
                  <a:schemeClr val="accent6"/>
                </a:solidFill>
              </a:defRPr>
            </a:lvl1pPr>
          </a:lstStyle>
          <a:p>
            <a:r>
              <a:rPr lang="en-US" dirty="0"/>
              <a:t>Click to add title</a:t>
            </a:r>
          </a:p>
        </p:txBody>
      </p:sp>
      <p:sp>
        <p:nvSpPr>
          <p:cNvPr id="10" name="Text Placeholder 13">
            <a:extLst>
              <a:ext uri="{FF2B5EF4-FFF2-40B4-BE49-F238E27FC236}">
                <a16:creationId xmlns:a16="http://schemas.microsoft.com/office/drawing/2014/main" id="{72B0D3D1-FC7B-43D5-B514-082D63A90ED1}"/>
              </a:ext>
            </a:extLst>
          </p:cNvPr>
          <p:cNvSpPr>
            <a:spLocks noGrp="1"/>
          </p:cNvSpPr>
          <p:nvPr>
            <p:ph type="body" sz="quarter" idx="12" hasCustomPrompt="1"/>
          </p:nvPr>
        </p:nvSpPr>
        <p:spPr>
          <a:xfrm>
            <a:off x="1026852" y="3531676"/>
            <a:ext cx="4989628" cy="1756576"/>
          </a:xfrm>
          <a:prstGeom prst="rect">
            <a:avLst/>
          </a:prstGeom>
        </p:spPr>
        <p:txBody>
          <a:bodyPr>
            <a:normAutofit/>
          </a:bodyPr>
          <a:lstStyle>
            <a:lvl1pPr marL="0" indent="0" algn="ctr">
              <a:lnSpc>
                <a:spcPct val="150000"/>
              </a:lnSpc>
              <a:spcBef>
                <a:spcPts val="0"/>
              </a:spcBef>
              <a:buNone/>
              <a:defRPr sz="1800" i="0">
                <a:solidFill>
                  <a:schemeClr val="bg1"/>
                </a:solidFill>
              </a:defRPr>
            </a:lvl1pPr>
          </a:lstStyle>
          <a:p>
            <a:pPr lvl="0"/>
            <a:r>
              <a:rPr lang="en-US" dirty="0"/>
              <a:t>Click to add subtitle</a:t>
            </a:r>
          </a:p>
        </p:txBody>
      </p:sp>
      <p:sp>
        <p:nvSpPr>
          <p:cNvPr id="12" name="Footer Placeholder 15">
            <a:extLst>
              <a:ext uri="{FF2B5EF4-FFF2-40B4-BE49-F238E27FC236}">
                <a16:creationId xmlns:a16="http://schemas.microsoft.com/office/drawing/2014/main" id="{CC2E4653-FDDE-4AC5-A23D-4269479ADCA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C3F5CE00-2FB1-4930-8D2C-DB4DFDB2FD40}"/>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2CEBC169-C2E2-4153-8A08-6B982C0D542B}"/>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798880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3" name="Footer Placeholder 15">
            <a:extLst>
              <a:ext uri="{FF2B5EF4-FFF2-40B4-BE49-F238E27FC236}">
                <a16:creationId xmlns:a16="http://schemas.microsoft.com/office/drawing/2014/main" id="{710F293A-37AC-4A72-A56D-2A65F8EA2CE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4" name="Slide Number Placeholder 16">
            <a:extLst>
              <a:ext uri="{FF2B5EF4-FFF2-40B4-BE49-F238E27FC236}">
                <a16:creationId xmlns:a16="http://schemas.microsoft.com/office/drawing/2014/main" id="{EE0BB053-ED5B-47E1-ABB2-815094654C14}"/>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5" name="Date Placeholder 14">
            <a:extLst>
              <a:ext uri="{FF2B5EF4-FFF2-40B4-BE49-F238E27FC236}">
                <a16:creationId xmlns:a16="http://schemas.microsoft.com/office/drawing/2014/main" id="{790B7F12-A295-4495-AE4A-7640863C8828}"/>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1322357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1C44412-AA84-403C-A202-EAB7F3C81B03}"/>
              </a:ext>
            </a:extLst>
          </p:cNvPr>
          <p:cNvSpPr>
            <a:spLocks noGrp="1"/>
          </p:cNvSpPr>
          <p:nvPr>
            <p:ph type="title"/>
          </p:nvPr>
        </p:nvSpPr>
        <p:spPr>
          <a:xfrm>
            <a:off x="122830" y="713610"/>
            <a:ext cx="6100549" cy="2971286"/>
          </a:xfrm>
        </p:spPr>
        <p:txBody>
          <a:bodyPr/>
          <a:lstStyle/>
          <a:p>
            <a:r>
              <a:rPr lang="en-US" sz="5200" dirty="0"/>
              <a:t>Capstone project </a:t>
            </a:r>
          </a:p>
        </p:txBody>
      </p:sp>
      <p:sp>
        <p:nvSpPr>
          <p:cNvPr id="13" name="Text Placeholder 12">
            <a:extLst>
              <a:ext uri="{FF2B5EF4-FFF2-40B4-BE49-F238E27FC236}">
                <a16:creationId xmlns:a16="http://schemas.microsoft.com/office/drawing/2014/main" id="{88D1462E-973D-4427-A664-EF751DF59796}"/>
              </a:ext>
            </a:extLst>
          </p:cNvPr>
          <p:cNvSpPr>
            <a:spLocks noGrp="1"/>
          </p:cNvSpPr>
          <p:nvPr>
            <p:ph type="body" sz="quarter" idx="12"/>
          </p:nvPr>
        </p:nvSpPr>
        <p:spPr>
          <a:xfrm>
            <a:off x="620570" y="4908643"/>
            <a:ext cx="4989628" cy="816022"/>
          </a:xfrm>
        </p:spPr>
        <p:txBody>
          <a:bodyPr>
            <a:normAutofit/>
          </a:bodyPr>
          <a:lstStyle/>
          <a:p>
            <a:r>
              <a:rPr lang="en-US" sz="2000" dirty="0"/>
              <a:t>Presented by: Vesna Cari ​​ </a:t>
            </a:r>
          </a:p>
        </p:txBody>
      </p:sp>
    </p:spTree>
    <p:extLst>
      <p:ext uri="{BB962C8B-B14F-4D97-AF65-F5344CB8AC3E}">
        <p14:creationId xmlns:p14="http://schemas.microsoft.com/office/powerpoint/2010/main" val="4041433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AC2324A2-9A57-4433-8C66-C17D1D2703BF}"/>
              </a:ext>
            </a:extLst>
          </p:cNvPr>
          <p:cNvSpPr>
            <a:spLocks noGrp="1"/>
          </p:cNvSpPr>
          <p:nvPr>
            <p:ph type="title"/>
          </p:nvPr>
        </p:nvSpPr>
        <p:spPr>
          <a:xfrm>
            <a:off x="1021623" y="2210810"/>
            <a:ext cx="4579970" cy="538038"/>
          </a:xfrm>
        </p:spPr>
        <p:txBody>
          <a:bodyPr/>
          <a:lstStyle/>
          <a:p>
            <a:r>
              <a:rPr lang="en-US" dirty="0"/>
              <a:t>Introduction </a:t>
            </a:r>
          </a:p>
        </p:txBody>
      </p:sp>
      <p:sp>
        <p:nvSpPr>
          <p:cNvPr id="59" name="Text Placeholder 58">
            <a:extLst>
              <a:ext uri="{FF2B5EF4-FFF2-40B4-BE49-F238E27FC236}">
                <a16:creationId xmlns:a16="http://schemas.microsoft.com/office/drawing/2014/main" id="{FDAF9C5E-FFD5-49FC-9788-18CE8F0958C1}"/>
              </a:ext>
            </a:extLst>
          </p:cNvPr>
          <p:cNvSpPr>
            <a:spLocks noGrp="1"/>
          </p:cNvSpPr>
          <p:nvPr>
            <p:ph type="body" sz="quarter" idx="12"/>
          </p:nvPr>
        </p:nvSpPr>
        <p:spPr>
          <a:xfrm>
            <a:off x="1034661" y="2747550"/>
            <a:ext cx="5309918" cy="2872039"/>
          </a:xfrm>
        </p:spPr>
        <p:txBody>
          <a:bodyPr/>
          <a:lstStyle/>
          <a:p>
            <a:r>
              <a:rPr lang="en-US" dirty="0"/>
              <a:t>I was assigned to perform a sales analysis for  </a:t>
            </a:r>
            <a:r>
              <a:rPr lang="en-US" dirty="0" err="1"/>
              <a:t>EmporiUm</a:t>
            </a:r>
            <a:r>
              <a:rPr lang="en-US" dirty="0"/>
              <a:t>, a student bookstore chain that also sells tech products, art supplies, and other products in the state of Maine. </a:t>
            </a:r>
          </a:p>
          <a:p>
            <a:r>
              <a:rPr lang="en-US" dirty="0" err="1"/>
              <a:t>Erbayne</a:t>
            </a:r>
            <a:r>
              <a:rPr lang="en-US" dirty="0"/>
              <a:t> Middleton is the manager for Maine assigned me….</a:t>
            </a:r>
          </a:p>
          <a:p>
            <a:endParaRPr lang="en-US" dirty="0"/>
          </a:p>
          <a:p>
            <a:endParaRPr lang="en-US" dirty="0"/>
          </a:p>
        </p:txBody>
      </p:sp>
      <p:sp>
        <p:nvSpPr>
          <p:cNvPr id="10" name="Footer Placeholder 9">
            <a:extLst>
              <a:ext uri="{FF2B5EF4-FFF2-40B4-BE49-F238E27FC236}">
                <a16:creationId xmlns:a16="http://schemas.microsoft.com/office/drawing/2014/main" id="{B2981E3D-54C8-4A85-9DAB-CE41C50EA30D}"/>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11" name="Slide Number Placeholder 10">
            <a:extLst>
              <a:ext uri="{FF2B5EF4-FFF2-40B4-BE49-F238E27FC236}">
                <a16:creationId xmlns:a16="http://schemas.microsoft.com/office/drawing/2014/main" id="{122A69A8-1CA3-486A-A675-DB22FF0D4A74}"/>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2</a:t>
            </a:fld>
            <a:endParaRPr lang="en-US" dirty="0"/>
          </a:p>
        </p:txBody>
      </p:sp>
      <p:sp>
        <p:nvSpPr>
          <p:cNvPr id="35" name="Date Placeholder 34">
            <a:extLst>
              <a:ext uri="{FF2B5EF4-FFF2-40B4-BE49-F238E27FC236}">
                <a16:creationId xmlns:a16="http://schemas.microsoft.com/office/drawing/2014/main" id="{3802946B-CCE3-410C-94E7-47B2DFBB5F71}"/>
              </a:ext>
            </a:extLst>
          </p:cNvPr>
          <p:cNvSpPr>
            <a:spLocks noGrp="1"/>
          </p:cNvSpPr>
          <p:nvPr>
            <p:ph type="dt" sz="half" idx="2"/>
          </p:nvPr>
        </p:nvSpPr>
        <p:spPr>
          <a:xfrm rot="5400000">
            <a:off x="10595991" y="5074920"/>
            <a:ext cx="2647667" cy="365125"/>
          </a:xfrm>
        </p:spPr>
        <p:txBody>
          <a:bodyPr/>
          <a:lstStyle/>
          <a:p>
            <a:r>
              <a:rPr lang="en-US" dirty="0"/>
              <a:t>May 21, 20XX</a:t>
            </a:r>
          </a:p>
        </p:txBody>
      </p:sp>
      <p:pic>
        <p:nvPicPr>
          <p:cNvPr id="4" name="Picture Placeholder 3">
            <a:extLst>
              <a:ext uri="{FF2B5EF4-FFF2-40B4-BE49-F238E27FC236}">
                <a16:creationId xmlns:a16="http://schemas.microsoft.com/office/drawing/2014/main" id="{15CA1BA8-F181-BF0B-CB39-5D2F53119BDE}"/>
              </a:ext>
            </a:extLst>
          </p:cNvPr>
          <p:cNvPicPr>
            <a:picLocks noGrp="1" noChangeAspect="1"/>
          </p:cNvPicPr>
          <p:nvPr>
            <p:ph type="pic" sz="quarter" idx="13"/>
          </p:nvPr>
        </p:nvPicPr>
        <p:blipFill>
          <a:blip r:embed="rId2"/>
          <a:srcRect l="25181" r="25181"/>
          <a:stretch>
            <a:fillRect/>
          </a:stretch>
        </p:blipFill>
        <p:spPr>
          <a:xfrm>
            <a:off x="7425310" y="1154829"/>
            <a:ext cx="4093709" cy="4019949"/>
          </a:xfrm>
          <a:prstGeom prst="ellipse">
            <a:avLst/>
          </a:prstGeom>
        </p:spPr>
      </p:pic>
    </p:spTree>
    <p:extLst>
      <p:ext uri="{BB962C8B-B14F-4D97-AF65-F5344CB8AC3E}">
        <p14:creationId xmlns:p14="http://schemas.microsoft.com/office/powerpoint/2010/main" val="2184235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3DE22AEE-5FE7-411E-BE12-05628BC028BA}"/>
              </a:ext>
            </a:extLst>
          </p:cNvPr>
          <p:cNvSpPr>
            <a:spLocks noGrp="1"/>
          </p:cNvSpPr>
          <p:nvPr>
            <p:ph type="title"/>
          </p:nvPr>
        </p:nvSpPr>
        <p:spPr>
          <a:xfrm>
            <a:off x="4187069" y="408490"/>
            <a:ext cx="4919354" cy="667498"/>
          </a:xfrm>
        </p:spPr>
        <p:txBody>
          <a:bodyPr/>
          <a:lstStyle/>
          <a:p>
            <a:r>
              <a:rPr lang="en-US" sz="3000" dirty="0"/>
              <a:t>Sales analysis: </a:t>
            </a:r>
          </a:p>
        </p:txBody>
      </p:sp>
      <p:sp>
        <p:nvSpPr>
          <p:cNvPr id="42" name="Text Placeholder 41">
            <a:extLst>
              <a:ext uri="{FF2B5EF4-FFF2-40B4-BE49-F238E27FC236}">
                <a16:creationId xmlns:a16="http://schemas.microsoft.com/office/drawing/2014/main" id="{933753EF-34D5-413D-B330-9D63C1E264BB}"/>
              </a:ext>
            </a:extLst>
          </p:cNvPr>
          <p:cNvSpPr>
            <a:spLocks noGrp="1"/>
          </p:cNvSpPr>
          <p:nvPr>
            <p:ph type="body" sz="quarter" idx="15"/>
          </p:nvPr>
        </p:nvSpPr>
        <p:spPr>
          <a:xfrm>
            <a:off x="2579428" y="840281"/>
            <a:ext cx="8543498" cy="5609229"/>
          </a:xfrm>
        </p:spPr>
        <p:txBody>
          <a:bodyPr/>
          <a:lstStyle/>
          <a:p>
            <a:pPr marL="514350" indent="-514350">
              <a:buFont typeface="+mj-lt"/>
              <a:buAutoNum type="arabicPeriod"/>
            </a:pPr>
            <a:r>
              <a:rPr lang="en-US" sz="1600" dirty="0"/>
              <a:t>What is total revenue overall for sales in the assigned territory, plus the start date and end date that tell you what period the data covers?</a:t>
            </a:r>
          </a:p>
          <a:p>
            <a:pPr marL="514350" indent="-514350">
              <a:buFont typeface="+mj-lt"/>
              <a:buAutoNum type="arabicPeriod"/>
            </a:pPr>
            <a:r>
              <a:rPr lang="en-US" sz="1600" dirty="0"/>
              <a:t>What is total revenue overall for sales in the assigned territory, plus the start date and end date that tell you what period the data covers?</a:t>
            </a:r>
          </a:p>
          <a:p>
            <a:pPr marL="514350" indent="-514350">
              <a:buFont typeface="+mj-lt"/>
              <a:buAutoNum type="arabicPeriod"/>
            </a:pPr>
            <a:r>
              <a:rPr lang="en-US" sz="1600" dirty="0"/>
              <a:t>Provide a comparison of total revenue for the specific sales territory and the region it belongs to.</a:t>
            </a:r>
          </a:p>
          <a:p>
            <a:pPr marL="514350" indent="-514350">
              <a:buFont typeface="+mj-lt"/>
              <a:buAutoNum type="arabicPeriod"/>
            </a:pPr>
            <a:r>
              <a:rPr lang="en-US" sz="1600" dirty="0"/>
              <a:t>What is the number of transactions per month and average transaction size by product category for the sales territory? </a:t>
            </a:r>
          </a:p>
          <a:p>
            <a:pPr marL="514350" indent="-514350">
              <a:buFont typeface="+mj-lt"/>
              <a:buAutoNum type="arabicPeriod"/>
            </a:pPr>
            <a:r>
              <a:rPr lang="en-US" sz="1600" dirty="0"/>
              <a:t>Can you provide a ranking of in-store sales performance by each store in the sales territory, or a ranking of online sales performance by state within an online sales territory? </a:t>
            </a:r>
          </a:p>
          <a:p>
            <a:pPr marL="514350" indent="-514350">
              <a:buFont typeface="+mj-lt"/>
              <a:buAutoNum type="arabicPeriod"/>
            </a:pPr>
            <a:r>
              <a:rPr lang="en-US" sz="1600" dirty="0"/>
              <a:t> What is your recommendation for where to focus sales attention in the next quarter? </a:t>
            </a:r>
          </a:p>
        </p:txBody>
      </p:sp>
    </p:spTree>
    <p:extLst>
      <p:ext uri="{BB962C8B-B14F-4D97-AF65-F5344CB8AC3E}">
        <p14:creationId xmlns:p14="http://schemas.microsoft.com/office/powerpoint/2010/main" val="3109501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64E75-58A8-FB5B-7645-651AB3A6EBB7}"/>
            </a:ext>
          </a:extLst>
        </p:cNvPr>
        <p:cNvGrpSpPr/>
        <p:nvPr/>
      </p:nvGrpSpPr>
      <p:grpSpPr>
        <a:xfrm>
          <a:off x="0" y="0"/>
          <a:ext cx="0" cy="0"/>
          <a:chOff x="0" y="0"/>
          <a:chExt cx="0" cy="0"/>
        </a:xfrm>
      </p:grpSpPr>
      <p:sp>
        <p:nvSpPr>
          <p:cNvPr id="46" name="Title 45">
            <a:extLst>
              <a:ext uri="{FF2B5EF4-FFF2-40B4-BE49-F238E27FC236}">
                <a16:creationId xmlns:a16="http://schemas.microsoft.com/office/drawing/2014/main" id="{CCA23A9A-83BE-AC64-DE7D-5E8580B99F3F}"/>
              </a:ext>
            </a:extLst>
          </p:cNvPr>
          <p:cNvSpPr>
            <a:spLocks noGrp="1"/>
          </p:cNvSpPr>
          <p:nvPr>
            <p:ph type="title"/>
          </p:nvPr>
        </p:nvSpPr>
        <p:spPr>
          <a:xfrm>
            <a:off x="1637732" y="408491"/>
            <a:ext cx="9880978" cy="1406662"/>
          </a:xfrm>
        </p:spPr>
        <p:txBody>
          <a:bodyPr/>
          <a:lstStyle/>
          <a:p>
            <a:r>
              <a:rPr lang="en-US" sz="2000" dirty="0"/>
              <a:t>What is total revenue overall for sales in the assigned territory, plus the start date and end date that tell you what period the data covers?</a:t>
            </a:r>
          </a:p>
        </p:txBody>
      </p:sp>
      <p:sp>
        <p:nvSpPr>
          <p:cNvPr id="4" name="Text Placeholder 4">
            <a:extLst>
              <a:ext uri="{FF2B5EF4-FFF2-40B4-BE49-F238E27FC236}">
                <a16:creationId xmlns:a16="http://schemas.microsoft.com/office/drawing/2014/main" id="{F818DB39-9AE4-40CD-A270-AA82E8DDF294}"/>
              </a:ext>
            </a:extLst>
          </p:cNvPr>
          <p:cNvSpPr txBox="1">
            <a:spLocks/>
          </p:cNvSpPr>
          <p:nvPr/>
        </p:nvSpPr>
        <p:spPr>
          <a:xfrm>
            <a:off x="1869743" y="2227109"/>
            <a:ext cx="1766769"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rPr>
              <a:t>Result</a:t>
            </a:r>
          </a:p>
        </p:txBody>
      </p:sp>
      <p:sp>
        <p:nvSpPr>
          <p:cNvPr id="5" name="Text Placeholder 4">
            <a:extLst>
              <a:ext uri="{FF2B5EF4-FFF2-40B4-BE49-F238E27FC236}">
                <a16:creationId xmlns:a16="http://schemas.microsoft.com/office/drawing/2014/main" id="{405CDC54-F66F-90C5-AFD4-086C51CF3F18}"/>
              </a:ext>
            </a:extLst>
          </p:cNvPr>
          <p:cNvSpPr txBox="1">
            <a:spLocks/>
          </p:cNvSpPr>
          <p:nvPr/>
        </p:nvSpPr>
        <p:spPr>
          <a:xfrm>
            <a:off x="8555490" y="2213462"/>
            <a:ext cx="1482440"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rPr>
              <a:t>Query</a:t>
            </a:r>
          </a:p>
        </p:txBody>
      </p:sp>
      <p:pic>
        <p:nvPicPr>
          <p:cNvPr id="7" name="Picture 6">
            <a:extLst>
              <a:ext uri="{FF2B5EF4-FFF2-40B4-BE49-F238E27FC236}">
                <a16:creationId xmlns:a16="http://schemas.microsoft.com/office/drawing/2014/main" id="{F8C63194-ACE1-7599-49F4-8877C46D4404}"/>
              </a:ext>
            </a:extLst>
          </p:cNvPr>
          <p:cNvPicPr>
            <a:picLocks noChangeAspect="1"/>
          </p:cNvPicPr>
          <p:nvPr/>
        </p:nvPicPr>
        <p:blipFill>
          <a:blip r:embed="rId3"/>
          <a:stretch>
            <a:fillRect/>
          </a:stretch>
        </p:blipFill>
        <p:spPr>
          <a:xfrm>
            <a:off x="6502865" y="3549724"/>
            <a:ext cx="5232848" cy="1920406"/>
          </a:xfrm>
          <a:prstGeom prst="rect">
            <a:avLst/>
          </a:prstGeom>
        </p:spPr>
      </p:pic>
      <p:pic>
        <p:nvPicPr>
          <p:cNvPr id="9" name="Picture 8">
            <a:extLst>
              <a:ext uri="{FF2B5EF4-FFF2-40B4-BE49-F238E27FC236}">
                <a16:creationId xmlns:a16="http://schemas.microsoft.com/office/drawing/2014/main" id="{5F181E08-3D6D-94E4-E343-9751D1021070}"/>
              </a:ext>
            </a:extLst>
          </p:cNvPr>
          <p:cNvPicPr>
            <a:picLocks noChangeAspect="1"/>
          </p:cNvPicPr>
          <p:nvPr/>
        </p:nvPicPr>
        <p:blipFill>
          <a:blip r:embed="rId4"/>
          <a:stretch>
            <a:fillRect/>
          </a:stretch>
        </p:blipFill>
        <p:spPr>
          <a:xfrm>
            <a:off x="277505" y="3549724"/>
            <a:ext cx="4420707" cy="1554615"/>
          </a:xfrm>
          <a:prstGeom prst="rect">
            <a:avLst/>
          </a:prstGeom>
        </p:spPr>
      </p:pic>
    </p:spTree>
    <p:extLst>
      <p:ext uri="{BB962C8B-B14F-4D97-AF65-F5344CB8AC3E}">
        <p14:creationId xmlns:p14="http://schemas.microsoft.com/office/powerpoint/2010/main" val="4078377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87F45-1BB0-9CDB-FA18-D7B2BD39B6FD}"/>
              </a:ext>
            </a:extLst>
          </p:cNvPr>
          <p:cNvSpPr>
            <a:spLocks noGrp="1"/>
          </p:cNvSpPr>
          <p:nvPr>
            <p:ph type="title"/>
          </p:nvPr>
        </p:nvSpPr>
        <p:spPr>
          <a:xfrm>
            <a:off x="2538483" y="493214"/>
            <a:ext cx="7455044" cy="778865"/>
          </a:xfrm>
        </p:spPr>
        <p:txBody>
          <a:bodyPr/>
          <a:lstStyle/>
          <a:p>
            <a:r>
              <a:rPr lang="en-US" sz="2000" dirty="0"/>
              <a:t>What is the month by month revenue breakdown for the sales territory? </a:t>
            </a:r>
          </a:p>
        </p:txBody>
      </p:sp>
      <p:pic>
        <p:nvPicPr>
          <p:cNvPr id="15" name="Picture 14">
            <a:extLst>
              <a:ext uri="{FF2B5EF4-FFF2-40B4-BE49-F238E27FC236}">
                <a16:creationId xmlns:a16="http://schemas.microsoft.com/office/drawing/2014/main" id="{F383989C-8A85-BBCF-7520-C7A5307E3374}"/>
              </a:ext>
            </a:extLst>
          </p:cNvPr>
          <p:cNvPicPr>
            <a:picLocks noChangeAspect="1"/>
          </p:cNvPicPr>
          <p:nvPr/>
        </p:nvPicPr>
        <p:blipFill>
          <a:blip r:embed="rId2"/>
          <a:stretch>
            <a:fillRect/>
          </a:stretch>
        </p:blipFill>
        <p:spPr>
          <a:xfrm>
            <a:off x="414018" y="3202774"/>
            <a:ext cx="3901778" cy="2141406"/>
          </a:xfrm>
          <a:prstGeom prst="rect">
            <a:avLst/>
          </a:prstGeom>
        </p:spPr>
      </p:pic>
      <p:pic>
        <p:nvPicPr>
          <p:cNvPr id="17" name="Picture 16">
            <a:extLst>
              <a:ext uri="{FF2B5EF4-FFF2-40B4-BE49-F238E27FC236}">
                <a16:creationId xmlns:a16="http://schemas.microsoft.com/office/drawing/2014/main" id="{207106FC-B565-587C-F4D4-6299769AD2E8}"/>
              </a:ext>
            </a:extLst>
          </p:cNvPr>
          <p:cNvPicPr>
            <a:picLocks noChangeAspect="1"/>
          </p:cNvPicPr>
          <p:nvPr/>
        </p:nvPicPr>
        <p:blipFill>
          <a:blip r:embed="rId3"/>
          <a:stretch>
            <a:fillRect/>
          </a:stretch>
        </p:blipFill>
        <p:spPr>
          <a:xfrm>
            <a:off x="6096000" y="3202774"/>
            <a:ext cx="5950424" cy="3254022"/>
          </a:xfrm>
          <a:prstGeom prst="rect">
            <a:avLst/>
          </a:prstGeom>
        </p:spPr>
      </p:pic>
      <p:sp>
        <p:nvSpPr>
          <p:cNvPr id="18" name="Text Placeholder 4">
            <a:extLst>
              <a:ext uri="{FF2B5EF4-FFF2-40B4-BE49-F238E27FC236}">
                <a16:creationId xmlns:a16="http://schemas.microsoft.com/office/drawing/2014/main" id="{7E669589-86CB-6AA3-899B-12F62170A2BB}"/>
              </a:ext>
            </a:extLst>
          </p:cNvPr>
          <p:cNvSpPr txBox="1">
            <a:spLocks/>
          </p:cNvSpPr>
          <p:nvPr/>
        </p:nvSpPr>
        <p:spPr>
          <a:xfrm>
            <a:off x="1487605" y="2360822"/>
            <a:ext cx="1766769"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rPr>
              <a:t>Result</a:t>
            </a:r>
          </a:p>
        </p:txBody>
      </p:sp>
      <p:sp>
        <p:nvSpPr>
          <p:cNvPr id="19" name="Text Placeholder 4">
            <a:extLst>
              <a:ext uri="{FF2B5EF4-FFF2-40B4-BE49-F238E27FC236}">
                <a16:creationId xmlns:a16="http://schemas.microsoft.com/office/drawing/2014/main" id="{0BAE6D81-3F33-02F2-BE10-AE5C6BBE0302}"/>
              </a:ext>
            </a:extLst>
          </p:cNvPr>
          <p:cNvSpPr txBox="1">
            <a:spLocks/>
          </p:cNvSpPr>
          <p:nvPr/>
        </p:nvSpPr>
        <p:spPr>
          <a:xfrm>
            <a:off x="7588772" y="2360822"/>
            <a:ext cx="1482440"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rPr>
              <a:t>Query</a:t>
            </a:r>
          </a:p>
        </p:txBody>
      </p:sp>
    </p:spTree>
    <p:extLst>
      <p:ext uri="{BB962C8B-B14F-4D97-AF65-F5344CB8AC3E}">
        <p14:creationId xmlns:p14="http://schemas.microsoft.com/office/powerpoint/2010/main" val="1277148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5BF9910-4FD6-2F95-8B7C-5A61FB059F17}"/>
              </a:ext>
            </a:extLst>
          </p:cNvPr>
          <p:cNvSpPr txBox="1">
            <a:spLocks/>
          </p:cNvSpPr>
          <p:nvPr/>
        </p:nvSpPr>
        <p:spPr>
          <a:xfrm>
            <a:off x="2088106" y="359008"/>
            <a:ext cx="9348717" cy="1155893"/>
          </a:xfrm>
          <a:prstGeom prst="rect">
            <a:avLst/>
          </a:prstGeom>
        </p:spPr>
        <p:txBody>
          <a:bodyPr/>
          <a:lstStyle>
            <a:lvl1pPr algn="l" defTabSz="914400" rtl="0" eaLnBrk="1" latinLnBrk="0" hangingPunct="1">
              <a:lnSpc>
                <a:spcPct val="90000"/>
              </a:lnSpc>
              <a:spcBef>
                <a:spcPct val="0"/>
              </a:spcBef>
              <a:buNone/>
              <a:defRPr sz="2800" kern="1200" cap="all" spc="400" baseline="0">
                <a:solidFill>
                  <a:schemeClr val="bg1"/>
                </a:solidFill>
                <a:latin typeface="+mj-lt"/>
                <a:ea typeface="+mj-ea"/>
                <a:cs typeface="+mj-cs"/>
              </a:defRPr>
            </a:lvl1pPr>
          </a:lstStyle>
          <a:p>
            <a:r>
              <a:rPr lang="en-US" sz="2000" dirty="0"/>
              <a:t>Provide a comparison of total revenue for the specific sales territory and the region it belongs to </a:t>
            </a:r>
          </a:p>
        </p:txBody>
      </p:sp>
      <p:sp>
        <p:nvSpPr>
          <p:cNvPr id="15" name="Text Placeholder 4">
            <a:extLst>
              <a:ext uri="{FF2B5EF4-FFF2-40B4-BE49-F238E27FC236}">
                <a16:creationId xmlns:a16="http://schemas.microsoft.com/office/drawing/2014/main" id="{E4C0522A-1537-4705-19EE-0D976CF0078D}"/>
              </a:ext>
            </a:extLst>
          </p:cNvPr>
          <p:cNvSpPr txBox="1">
            <a:spLocks/>
          </p:cNvSpPr>
          <p:nvPr/>
        </p:nvSpPr>
        <p:spPr>
          <a:xfrm>
            <a:off x="469590" y="1514901"/>
            <a:ext cx="1766769"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rPr>
              <a:t>Result</a:t>
            </a:r>
          </a:p>
        </p:txBody>
      </p:sp>
      <p:sp>
        <p:nvSpPr>
          <p:cNvPr id="16" name="Text Placeholder 4">
            <a:extLst>
              <a:ext uri="{FF2B5EF4-FFF2-40B4-BE49-F238E27FC236}">
                <a16:creationId xmlns:a16="http://schemas.microsoft.com/office/drawing/2014/main" id="{3D970E6A-19FD-5B27-CEA2-DC398B3C9968}"/>
              </a:ext>
            </a:extLst>
          </p:cNvPr>
          <p:cNvSpPr txBox="1">
            <a:spLocks/>
          </p:cNvSpPr>
          <p:nvPr/>
        </p:nvSpPr>
        <p:spPr>
          <a:xfrm>
            <a:off x="8257512" y="1356248"/>
            <a:ext cx="1482440"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rPr>
              <a:t>Query</a:t>
            </a:r>
          </a:p>
        </p:txBody>
      </p:sp>
      <p:pic>
        <p:nvPicPr>
          <p:cNvPr id="18" name="Picture 17">
            <a:extLst>
              <a:ext uri="{FF2B5EF4-FFF2-40B4-BE49-F238E27FC236}">
                <a16:creationId xmlns:a16="http://schemas.microsoft.com/office/drawing/2014/main" id="{F6508DDA-309B-2639-53EE-F1BAECD4C5B0}"/>
              </a:ext>
            </a:extLst>
          </p:cNvPr>
          <p:cNvPicPr>
            <a:picLocks noChangeAspect="1"/>
          </p:cNvPicPr>
          <p:nvPr/>
        </p:nvPicPr>
        <p:blipFill>
          <a:blip r:embed="rId2"/>
          <a:stretch>
            <a:fillRect/>
          </a:stretch>
        </p:blipFill>
        <p:spPr>
          <a:xfrm>
            <a:off x="469590" y="2216057"/>
            <a:ext cx="2857748" cy="1981372"/>
          </a:xfrm>
          <a:prstGeom prst="rect">
            <a:avLst/>
          </a:prstGeom>
        </p:spPr>
      </p:pic>
      <p:pic>
        <p:nvPicPr>
          <p:cNvPr id="20" name="Picture 19">
            <a:extLst>
              <a:ext uri="{FF2B5EF4-FFF2-40B4-BE49-F238E27FC236}">
                <a16:creationId xmlns:a16="http://schemas.microsoft.com/office/drawing/2014/main" id="{746347E3-E442-02E6-6001-166C64B38E19}"/>
              </a:ext>
            </a:extLst>
          </p:cNvPr>
          <p:cNvPicPr>
            <a:picLocks noChangeAspect="1"/>
          </p:cNvPicPr>
          <p:nvPr/>
        </p:nvPicPr>
        <p:blipFill>
          <a:blip r:embed="rId3"/>
          <a:stretch>
            <a:fillRect/>
          </a:stretch>
        </p:blipFill>
        <p:spPr>
          <a:xfrm>
            <a:off x="5308467" y="2009869"/>
            <a:ext cx="6541827" cy="1737511"/>
          </a:xfrm>
          <a:prstGeom prst="rect">
            <a:avLst/>
          </a:prstGeom>
        </p:spPr>
      </p:pic>
      <p:pic>
        <p:nvPicPr>
          <p:cNvPr id="22" name="Picture 21">
            <a:extLst>
              <a:ext uri="{FF2B5EF4-FFF2-40B4-BE49-F238E27FC236}">
                <a16:creationId xmlns:a16="http://schemas.microsoft.com/office/drawing/2014/main" id="{8120123F-F2AE-01D4-CEE1-DE67E6F3C18F}"/>
              </a:ext>
            </a:extLst>
          </p:cNvPr>
          <p:cNvPicPr>
            <a:picLocks noChangeAspect="1"/>
          </p:cNvPicPr>
          <p:nvPr/>
        </p:nvPicPr>
        <p:blipFill>
          <a:blip r:embed="rId4"/>
          <a:stretch>
            <a:fillRect/>
          </a:stretch>
        </p:blipFill>
        <p:spPr>
          <a:xfrm>
            <a:off x="240854" y="4898585"/>
            <a:ext cx="3315219" cy="1409822"/>
          </a:xfrm>
          <a:prstGeom prst="rect">
            <a:avLst/>
          </a:prstGeom>
        </p:spPr>
      </p:pic>
      <p:pic>
        <p:nvPicPr>
          <p:cNvPr id="24" name="Picture 23">
            <a:extLst>
              <a:ext uri="{FF2B5EF4-FFF2-40B4-BE49-F238E27FC236}">
                <a16:creationId xmlns:a16="http://schemas.microsoft.com/office/drawing/2014/main" id="{13E2CF8F-A570-5F11-5649-42C3B9A352DE}"/>
              </a:ext>
            </a:extLst>
          </p:cNvPr>
          <p:cNvPicPr>
            <a:picLocks noChangeAspect="1"/>
          </p:cNvPicPr>
          <p:nvPr/>
        </p:nvPicPr>
        <p:blipFill>
          <a:blip r:embed="rId5"/>
          <a:stretch>
            <a:fillRect/>
          </a:stretch>
        </p:blipFill>
        <p:spPr>
          <a:xfrm>
            <a:off x="5636525" y="3979375"/>
            <a:ext cx="5572324" cy="2781541"/>
          </a:xfrm>
          <a:prstGeom prst="rect">
            <a:avLst/>
          </a:prstGeom>
        </p:spPr>
      </p:pic>
    </p:spTree>
    <p:extLst>
      <p:ext uri="{BB962C8B-B14F-4D97-AF65-F5344CB8AC3E}">
        <p14:creationId xmlns:p14="http://schemas.microsoft.com/office/powerpoint/2010/main" val="2627801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D3F8409-3BB5-E281-8BD8-290DCE49B067}"/>
              </a:ext>
            </a:extLst>
          </p:cNvPr>
          <p:cNvSpPr txBox="1">
            <a:spLocks/>
          </p:cNvSpPr>
          <p:nvPr/>
        </p:nvSpPr>
        <p:spPr>
          <a:xfrm>
            <a:off x="1815152" y="493213"/>
            <a:ext cx="10099343" cy="1185461"/>
          </a:xfrm>
          <a:prstGeom prst="rect">
            <a:avLst/>
          </a:prstGeom>
        </p:spPr>
        <p:txBody>
          <a:bodyPr/>
          <a:lstStyle>
            <a:lvl1pPr algn="l" defTabSz="914400" rtl="0" eaLnBrk="1" latinLnBrk="0" hangingPunct="1">
              <a:lnSpc>
                <a:spcPct val="90000"/>
              </a:lnSpc>
              <a:spcBef>
                <a:spcPct val="0"/>
              </a:spcBef>
              <a:buNone/>
              <a:defRPr sz="2800" kern="1200" cap="all" spc="400" baseline="0">
                <a:solidFill>
                  <a:schemeClr val="bg1"/>
                </a:solidFill>
                <a:latin typeface="+mj-lt"/>
                <a:ea typeface="+mj-ea"/>
                <a:cs typeface="+mj-cs"/>
              </a:defRPr>
            </a:lvl1pPr>
          </a:lstStyle>
          <a:p>
            <a:r>
              <a:rPr lang="en-US" sz="2000" dirty="0"/>
              <a:t>What is the number of transactions per month and average transaction size by product category for the sales territory? </a:t>
            </a:r>
          </a:p>
        </p:txBody>
      </p:sp>
      <p:pic>
        <p:nvPicPr>
          <p:cNvPr id="16" name="Picture 15">
            <a:extLst>
              <a:ext uri="{FF2B5EF4-FFF2-40B4-BE49-F238E27FC236}">
                <a16:creationId xmlns:a16="http://schemas.microsoft.com/office/drawing/2014/main" id="{8CE16851-3D21-0AD4-4BAF-F822BCFDB463}"/>
              </a:ext>
            </a:extLst>
          </p:cNvPr>
          <p:cNvPicPr>
            <a:picLocks noChangeAspect="1"/>
          </p:cNvPicPr>
          <p:nvPr/>
        </p:nvPicPr>
        <p:blipFill>
          <a:blip r:embed="rId2"/>
          <a:stretch>
            <a:fillRect/>
          </a:stretch>
        </p:blipFill>
        <p:spPr>
          <a:xfrm>
            <a:off x="290312" y="3213979"/>
            <a:ext cx="4839276" cy="1876325"/>
          </a:xfrm>
          <a:prstGeom prst="rect">
            <a:avLst/>
          </a:prstGeom>
        </p:spPr>
      </p:pic>
      <p:pic>
        <p:nvPicPr>
          <p:cNvPr id="18" name="Picture 17">
            <a:extLst>
              <a:ext uri="{FF2B5EF4-FFF2-40B4-BE49-F238E27FC236}">
                <a16:creationId xmlns:a16="http://schemas.microsoft.com/office/drawing/2014/main" id="{3D5E4DCF-462B-0998-9167-E280124BA9F4}"/>
              </a:ext>
            </a:extLst>
          </p:cNvPr>
          <p:cNvPicPr>
            <a:picLocks noChangeAspect="1"/>
          </p:cNvPicPr>
          <p:nvPr/>
        </p:nvPicPr>
        <p:blipFill>
          <a:blip r:embed="rId3"/>
          <a:stretch>
            <a:fillRect/>
          </a:stretch>
        </p:blipFill>
        <p:spPr>
          <a:xfrm>
            <a:off x="7062414" y="3042179"/>
            <a:ext cx="4310723" cy="3322608"/>
          </a:xfrm>
          <a:prstGeom prst="rect">
            <a:avLst/>
          </a:prstGeom>
        </p:spPr>
      </p:pic>
      <p:sp>
        <p:nvSpPr>
          <p:cNvPr id="19" name="Text Placeholder 4">
            <a:extLst>
              <a:ext uri="{FF2B5EF4-FFF2-40B4-BE49-F238E27FC236}">
                <a16:creationId xmlns:a16="http://schemas.microsoft.com/office/drawing/2014/main" id="{82968D0F-0028-AA7C-874C-13F26664EE97}"/>
              </a:ext>
            </a:extLst>
          </p:cNvPr>
          <p:cNvSpPr txBox="1">
            <a:spLocks/>
          </p:cNvSpPr>
          <p:nvPr/>
        </p:nvSpPr>
        <p:spPr>
          <a:xfrm>
            <a:off x="1528548" y="2141881"/>
            <a:ext cx="1766769"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rPr>
              <a:t>Result</a:t>
            </a:r>
          </a:p>
        </p:txBody>
      </p:sp>
      <p:sp>
        <p:nvSpPr>
          <p:cNvPr id="20" name="Text Placeholder 4">
            <a:extLst>
              <a:ext uri="{FF2B5EF4-FFF2-40B4-BE49-F238E27FC236}">
                <a16:creationId xmlns:a16="http://schemas.microsoft.com/office/drawing/2014/main" id="{42AD9C53-DC22-6BBD-5951-855FBEE4419E}"/>
              </a:ext>
            </a:extLst>
          </p:cNvPr>
          <p:cNvSpPr txBox="1">
            <a:spLocks/>
          </p:cNvSpPr>
          <p:nvPr/>
        </p:nvSpPr>
        <p:spPr>
          <a:xfrm>
            <a:off x="8605841" y="2141063"/>
            <a:ext cx="1482440"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rPr>
              <a:t>Query</a:t>
            </a:r>
          </a:p>
        </p:txBody>
      </p:sp>
    </p:spTree>
    <p:extLst>
      <p:ext uri="{BB962C8B-B14F-4D97-AF65-F5344CB8AC3E}">
        <p14:creationId xmlns:p14="http://schemas.microsoft.com/office/powerpoint/2010/main" val="2053867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C01DE413-B291-27A5-0DA8-05B239B21527}"/>
              </a:ext>
            </a:extLst>
          </p:cNvPr>
          <p:cNvSpPr>
            <a:spLocks noGrp="1"/>
          </p:cNvSpPr>
          <p:nvPr>
            <p:ph type="title"/>
          </p:nvPr>
        </p:nvSpPr>
        <p:spPr>
          <a:xfrm>
            <a:off x="497231" y="324182"/>
            <a:ext cx="11197537" cy="1325563"/>
          </a:xfrm>
        </p:spPr>
        <p:txBody>
          <a:bodyPr>
            <a:noAutofit/>
          </a:bodyPr>
          <a:lstStyle/>
          <a:p>
            <a:pPr algn="ctr"/>
            <a:r>
              <a:rPr lang="en-US" sz="2000" dirty="0"/>
              <a:t>Can you provide a ranking of in-store sales performance by each store in the sales territory, or a ranking of online sales performance by state within an online sales territory? </a:t>
            </a:r>
          </a:p>
        </p:txBody>
      </p:sp>
      <p:sp>
        <p:nvSpPr>
          <p:cNvPr id="15" name="Text Placeholder 4">
            <a:extLst>
              <a:ext uri="{FF2B5EF4-FFF2-40B4-BE49-F238E27FC236}">
                <a16:creationId xmlns:a16="http://schemas.microsoft.com/office/drawing/2014/main" id="{A0EAE031-2398-A084-0499-7A355FA859E4}"/>
              </a:ext>
            </a:extLst>
          </p:cNvPr>
          <p:cNvSpPr txBox="1">
            <a:spLocks/>
          </p:cNvSpPr>
          <p:nvPr/>
        </p:nvSpPr>
        <p:spPr>
          <a:xfrm>
            <a:off x="2036456" y="2605088"/>
            <a:ext cx="1766769"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rPr>
              <a:t>Result</a:t>
            </a:r>
          </a:p>
        </p:txBody>
      </p:sp>
      <p:sp>
        <p:nvSpPr>
          <p:cNvPr id="16" name="Text Placeholder 4">
            <a:extLst>
              <a:ext uri="{FF2B5EF4-FFF2-40B4-BE49-F238E27FC236}">
                <a16:creationId xmlns:a16="http://schemas.microsoft.com/office/drawing/2014/main" id="{5BC6B6B5-960D-1EC7-DCA9-35FB5A6A42EE}"/>
              </a:ext>
            </a:extLst>
          </p:cNvPr>
          <p:cNvSpPr txBox="1">
            <a:spLocks/>
          </p:cNvSpPr>
          <p:nvPr/>
        </p:nvSpPr>
        <p:spPr>
          <a:xfrm>
            <a:off x="8388777" y="2464440"/>
            <a:ext cx="1482440"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bg1"/>
                </a:solidFill>
              </a:rPr>
              <a:t>Query</a:t>
            </a:r>
          </a:p>
        </p:txBody>
      </p:sp>
      <p:pic>
        <p:nvPicPr>
          <p:cNvPr id="18" name="Picture 17">
            <a:extLst>
              <a:ext uri="{FF2B5EF4-FFF2-40B4-BE49-F238E27FC236}">
                <a16:creationId xmlns:a16="http://schemas.microsoft.com/office/drawing/2014/main" id="{312A75A3-4541-BBC8-F286-AAE589362258}"/>
              </a:ext>
            </a:extLst>
          </p:cNvPr>
          <p:cNvPicPr>
            <a:picLocks noChangeAspect="1"/>
          </p:cNvPicPr>
          <p:nvPr/>
        </p:nvPicPr>
        <p:blipFill>
          <a:blip r:embed="rId2"/>
          <a:stretch>
            <a:fillRect/>
          </a:stretch>
        </p:blipFill>
        <p:spPr>
          <a:xfrm>
            <a:off x="210817" y="3288352"/>
            <a:ext cx="4845220" cy="1636987"/>
          </a:xfrm>
          <a:prstGeom prst="rect">
            <a:avLst/>
          </a:prstGeom>
        </p:spPr>
      </p:pic>
      <p:pic>
        <p:nvPicPr>
          <p:cNvPr id="20" name="Picture 19">
            <a:extLst>
              <a:ext uri="{FF2B5EF4-FFF2-40B4-BE49-F238E27FC236}">
                <a16:creationId xmlns:a16="http://schemas.microsoft.com/office/drawing/2014/main" id="{2F0A4311-75C2-0A04-739A-A4AECEBE4880}"/>
              </a:ext>
            </a:extLst>
          </p:cNvPr>
          <p:cNvPicPr>
            <a:picLocks noChangeAspect="1"/>
          </p:cNvPicPr>
          <p:nvPr/>
        </p:nvPicPr>
        <p:blipFill>
          <a:blip r:embed="rId3"/>
          <a:stretch>
            <a:fillRect/>
          </a:stretch>
        </p:blipFill>
        <p:spPr>
          <a:xfrm>
            <a:off x="6881676" y="3288352"/>
            <a:ext cx="4558804" cy="2673977"/>
          </a:xfrm>
          <a:prstGeom prst="rect">
            <a:avLst/>
          </a:prstGeom>
        </p:spPr>
      </p:pic>
    </p:spTree>
    <p:extLst>
      <p:ext uri="{BB962C8B-B14F-4D97-AF65-F5344CB8AC3E}">
        <p14:creationId xmlns:p14="http://schemas.microsoft.com/office/powerpoint/2010/main" val="4063831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4F587D89-DF3D-6C6E-99CB-37A4816D7643}"/>
              </a:ext>
            </a:extLst>
          </p:cNvPr>
          <p:cNvSpPr>
            <a:spLocks noGrp="1"/>
          </p:cNvSpPr>
          <p:nvPr>
            <p:ph type="title"/>
          </p:nvPr>
        </p:nvSpPr>
        <p:spPr>
          <a:xfrm>
            <a:off x="839788" y="365125"/>
            <a:ext cx="8836475" cy="1627448"/>
          </a:xfrm>
        </p:spPr>
        <p:txBody>
          <a:bodyPr>
            <a:noAutofit/>
          </a:bodyPr>
          <a:lstStyle/>
          <a:p>
            <a:pPr algn="ctr"/>
            <a:r>
              <a:rPr lang="en-US" sz="2000" dirty="0"/>
              <a:t>What is your recommendation for where to focus sales attention in the next quarter? </a:t>
            </a:r>
          </a:p>
        </p:txBody>
      </p:sp>
      <p:sp>
        <p:nvSpPr>
          <p:cNvPr id="11" name="TextBox 10">
            <a:extLst>
              <a:ext uri="{FF2B5EF4-FFF2-40B4-BE49-F238E27FC236}">
                <a16:creationId xmlns:a16="http://schemas.microsoft.com/office/drawing/2014/main" id="{6D15622E-CC67-C332-CB93-24456BC3017D}"/>
              </a:ext>
            </a:extLst>
          </p:cNvPr>
          <p:cNvSpPr txBox="1"/>
          <p:nvPr/>
        </p:nvSpPr>
        <p:spPr>
          <a:xfrm>
            <a:off x="300251" y="1282889"/>
            <a:ext cx="6359856" cy="2308324"/>
          </a:xfrm>
          <a:prstGeom prst="rect">
            <a:avLst/>
          </a:prstGeom>
          <a:noFill/>
        </p:spPr>
        <p:txBody>
          <a:bodyPr wrap="square" rtlCol="0">
            <a:spAutoFit/>
          </a:bodyPr>
          <a:lstStyle/>
          <a:p>
            <a:r>
              <a:rPr lang="en-US" b="1" dirty="0">
                <a:solidFill>
                  <a:schemeClr val="bg1"/>
                </a:solidFill>
              </a:rPr>
              <a:t>FOCUS ON BAR HARBOR </a:t>
            </a:r>
            <a:r>
              <a:rPr lang="en-US" dirty="0">
                <a:solidFill>
                  <a:schemeClr val="bg1"/>
                </a:solidFill>
              </a:rPr>
              <a:t>(lowest ranked store):   Bar Harbor ranks last in both total revenue ($287,452) and average   transaction size ($128.90), despite having 2,230 transactions —   the second highest transaction count. This means customers are   coming in but spending less. A targeted upselling strategy,   particularly around high-value categories like Technology &amp;   Accessories and Textbooks, could significantly boost revenue   without needing to increase foot traffic.</a:t>
            </a:r>
          </a:p>
        </p:txBody>
      </p:sp>
      <p:sp>
        <p:nvSpPr>
          <p:cNvPr id="12" name="TextBox 11">
            <a:extLst>
              <a:ext uri="{FF2B5EF4-FFF2-40B4-BE49-F238E27FC236}">
                <a16:creationId xmlns:a16="http://schemas.microsoft.com/office/drawing/2014/main" id="{A9B0B47B-AE94-AC70-F4D5-90C265C234DC}"/>
              </a:ext>
            </a:extLst>
          </p:cNvPr>
          <p:cNvSpPr txBox="1"/>
          <p:nvPr/>
        </p:nvSpPr>
        <p:spPr>
          <a:xfrm>
            <a:off x="409433" y="4508977"/>
            <a:ext cx="6673755" cy="2862322"/>
          </a:xfrm>
          <a:prstGeom prst="rect">
            <a:avLst/>
          </a:prstGeom>
          <a:noFill/>
        </p:spPr>
        <p:txBody>
          <a:bodyPr wrap="square" rtlCol="0">
            <a:spAutoFit/>
          </a:bodyPr>
          <a:lstStyle/>
          <a:p>
            <a:r>
              <a:rPr lang="en-US" b="1" dirty="0">
                <a:solidFill>
                  <a:schemeClr val="bg1"/>
                </a:solidFill>
              </a:rPr>
              <a:t>CAPITALIZE ON SEASONAL PEAKS:   </a:t>
            </a:r>
            <a:r>
              <a:rPr lang="en-US" dirty="0">
                <a:solidFill>
                  <a:schemeClr val="bg1"/>
                </a:solidFill>
              </a:rPr>
              <a:t>January is consistently the weakest month (e.g., $15,700 in Jan 2022).   A post-holiday promotion in January targeting Textbooks (back to   semester) and Stationery could help offset this seasonal dip.   June shows strong performance and should be supported with   adequate inventory heading into summer.</a:t>
            </a:r>
          </a:p>
          <a:p>
            <a:endParaRPr lang="en-US" dirty="0">
              <a:solidFill>
                <a:schemeClr val="bg1"/>
              </a:solidFill>
            </a:endParaRPr>
          </a:p>
          <a:p>
            <a:endParaRPr lang="en-US" dirty="0">
              <a:solidFill>
                <a:schemeClr val="bg1"/>
              </a:solidFill>
            </a:endParaRPr>
          </a:p>
          <a:p>
            <a:endParaRPr lang="en-US" dirty="0">
              <a:solidFill>
                <a:schemeClr val="bg1"/>
              </a:solidFill>
            </a:endParaRPr>
          </a:p>
          <a:p>
            <a:r>
              <a:rPr lang="en-US" dirty="0">
                <a:solidFill>
                  <a:schemeClr val="tx2"/>
                </a:solidFill>
              </a:rPr>
              <a:t>.</a:t>
            </a:r>
          </a:p>
        </p:txBody>
      </p:sp>
    </p:spTree>
    <p:extLst>
      <p:ext uri="{BB962C8B-B14F-4D97-AF65-F5344CB8AC3E}">
        <p14:creationId xmlns:p14="http://schemas.microsoft.com/office/powerpoint/2010/main" val="1877591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8">
            <a:extLst>
              <a:ext uri="{FF2B5EF4-FFF2-40B4-BE49-F238E27FC236}">
                <a16:creationId xmlns:a16="http://schemas.microsoft.com/office/drawing/2014/main" id="{7CC5B623-BD42-9890-7867-DAFBB740D211}"/>
              </a:ext>
            </a:extLst>
          </p:cNvPr>
          <p:cNvSpPr>
            <a:spLocks noGrp="1"/>
          </p:cNvSpPr>
          <p:nvPr>
            <p:ph type="title"/>
          </p:nvPr>
        </p:nvSpPr>
        <p:spPr>
          <a:xfrm>
            <a:off x="3111691" y="174057"/>
            <a:ext cx="6988104" cy="1231663"/>
          </a:xfrm>
        </p:spPr>
        <p:txBody>
          <a:bodyPr/>
          <a:lstStyle/>
          <a:p>
            <a:r>
              <a:rPr lang="en-US" b="1" dirty="0"/>
              <a:t>Visualization</a:t>
            </a:r>
          </a:p>
        </p:txBody>
      </p:sp>
      <p:graphicFrame>
        <p:nvGraphicFramePr>
          <p:cNvPr id="35" name="Table 34">
            <a:extLst>
              <a:ext uri="{FF2B5EF4-FFF2-40B4-BE49-F238E27FC236}">
                <a16:creationId xmlns:a16="http://schemas.microsoft.com/office/drawing/2014/main" id="{1177DBF4-9038-FCF3-AC83-941F183CC93D}"/>
              </a:ext>
            </a:extLst>
          </p:cNvPr>
          <p:cNvGraphicFramePr>
            <a:graphicFrameLocks noGrp="1"/>
          </p:cNvGraphicFramePr>
          <p:nvPr>
            <p:extLst>
              <p:ext uri="{D42A27DB-BD31-4B8C-83A1-F6EECF244321}">
                <p14:modId xmlns:p14="http://schemas.microsoft.com/office/powerpoint/2010/main" val="3011057214"/>
              </p:ext>
            </p:extLst>
          </p:nvPr>
        </p:nvGraphicFramePr>
        <p:xfrm>
          <a:off x="150125" y="1371013"/>
          <a:ext cx="6162343" cy="4115974"/>
        </p:xfrm>
        <a:graphic>
          <a:graphicData uri="http://schemas.openxmlformats.org/drawingml/2006/table">
            <a:tbl>
              <a:tblPr>
                <a:tableStyleId>{5C22544A-7EE6-4342-B048-85BDC9FD1C3A}</a:tableStyleId>
              </a:tblPr>
              <a:tblGrid>
                <a:gridCol w="2511366">
                  <a:extLst>
                    <a:ext uri="{9D8B030D-6E8A-4147-A177-3AD203B41FA5}">
                      <a16:colId xmlns:a16="http://schemas.microsoft.com/office/drawing/2014/main" val="3301104252"/>
                    </a:ext>
                  </a:extLst>
                </a:gridCol>
                <a:gridCol w="2047080">
                  <a:extLst>
                    <a:ext uri="{9D8B030D-6E8A-4147-A177-3AD203B41FA5}">
                      <a16:colId xmlns:a16="http://schemas.microsoft.com/office/drawing/2014/main" val="3256561057"/>
                    </a:ext>
                  </a:extLst>
                </a:gridCol>
                <a:gridCol w="1603897">
                  <a:extLst>
                    <a:ext uri="{9D8B030D-6E8A-4147-A177-3AD203B41FA5}">
                      <a16:colId xmlns:a16="http://schemas.microsoft.com/office/drawing/2014/main" val="687912302"/>
                    </a:ext>
                  </a:extLst>
                </a:gridCol>
              </a:tblGrid>
              <a:tr h="283453">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83130268"/>
                  </a:ext>
                </a:extLst>
              </a:tr>
              <a:tr h="330695">
                <a:tc gridSpan="3">
                  <a:txBody>
                    <a:bodyPr/>
                    <a:lstStyle/>
                    <a:p>
                      <a:pPr algn="ctr" fontAlgn="b">
                        <a:buNone/>
                      </a:pPr>
                      <a:r>
                        <a:rPr lang="en-US" sz="1300" u="none" strike="noStrike">
                          <a:effectLst/>
                        </a:rPr>
                        <a:t>Maine Store Revenue Summary</a:t>
                      </a:r>
                      <a:endParaRPr lang="en-US" sz="1300" b="1" i="0" u="none" strike="noStrike">
                        <a:solidFill>
                          <a:srgbClr val="1F4E79"/>
                        </a:solidFill>
                        <a:effectLst/>
                        <a:latin typeface="Arial" panose="020B0604020202020204" pitchFamily="34" charset="0"/>
                      </a:endParaRPr>
                    </a:p>
                  </a:txBody>
                  <a:tcPr marL="7620" marR="7620" marT="7620"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92661532"/>
                  </a:ext>
                </a:extLst>
              </a:tr>
              <a:tr h="283453">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768258572"/>
                  </a:ext>
                </a:extLst>
              </a:tr>
              <a:tr h="383843">
                <a:tc>
                  <a:txBody>
                    <a:bodyPr/>
                    <a:lstStyle/>
                    <a:p>
                      <a:pPr algn="ctr" fontAlgn="ctr">
                        <a:buNone/>
                      </a:pPr>
                      <a:r>
                        <a:rPr lang="en-US" sz="1100" u="none" strike="noStrike">
                          <a:effectLst/>
                        </a:rPr>
                        <a:t>Store Location</a:t>
                      </a:r>
                      <a:endParaRPr lang="en-US" sz="1100" b="1" i="0" u="none" strike="noStrike">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US" sz="1100" u="none" strike="noStrike">
                          <a:effectLst/>
                        </a:rPr>
                        <a:t>Total Revenue</a:t>
                      </a:r>
                      <a:endParaRPr lang="en-US" sz="1100" b="1" i="0" u="none" strike="noStrike">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US" sz="1100" u="none" strike="noStrike">
                          <a:effectLst/>
                        </a:rPr>
                        <a:t>% of Total</a:t>
                      </a:r>
                      <a:endParaRPr lang="en-US" sz="1100" b="1" i="0" u="none" strike="noStrike">
                        <a:solidFill>
                          <a:srgbClr val="FFFFF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373264590"/>
                  </a:ext>
                </a:extLst>
              </a:tr>
              <a:tr h="283453">
                <a:tc>
                  <a:txBody>
                    <a:bodyPr/>
                    <a:lstStyle/>
                    <a:p>
                      <a:pPr algn="l" fontAlgn="b">
                        <a:buNone/>
                      </a:pPr>
                      <a:r>
                        <a:rPr lang="en-US" sz="1000" u="none" strike="noStrike">
                          <a:effectLst/>
                        </a:rPr>
                        <a:t>South Portland</a:t>
                      </a:r>
                      <a:endParaRPr lang="en-US" sz="1000" b="0" i="0" u="none" strike="noStrike">
                        <a:solidFill>
                          <a:srgbClr val="000000"/>
                        </a:solidFill>
                        <a:effectLst/>
                        <a:latin typeface="Arial" panose="020B0604020202020204" pitchFamily="34" charset="0"/>
                      </a:endParaRPr>
                    </a:p>
                  </a:txBody>
                  <a:tcPr marL="68580" marR="7620" marT="7620" marB="0" anchor="b"/>
                </a:tc>
                <a:tc>
                  <a:txBody>
                    <a:bodyPr/>
                    <a:lstStyle/>
                    <a:p>
                      <a:pPr algn="r" fontAlgn="b">
                        <a:buNone/>
                      </a:pPr>
                      <a:r>
                        <a:rPr lang="en-US" sz="1000" u="none" strike="noStrike">
                          <a:effectLst/>
                        </a:rPr>
                        <a:t>$332,611.76</a:t>
                      </a:r>
                      <a:endParaRPr lang="en-US" sz="1000" b="0" i="0" u="none" strike="noStrike">
                        <a:solidFill>
                          <a:srgbClr val="000000"/>
                        </a:solidFill>
                        <a:effectLst/>
                        <a:latin typeface="Arial" panose="020B0604020202020204" pitchFamily="34" charset="0"/>
                      </a:endParaRPr>
                    </a:p>
                  </a:txBody>
                  <a:tcPr marL="7620" marR="7620" marT="7620" marB="0" anchor="b"/>
                </a:tc>
                <a:tc>
                  <a:txBody>
                    <a:bodyPr/>
                    <a:lstStyle/>
                    <a:p>
                      <a:pPr algn="r" fontAlgn="b">
                        <a:buNone/>
                      </a:pPr>
                      <a:r>
                        <a:rPr lang="en-US" sz="1000" u="none" strike="noStrike">
                          <a:effectLst/>
                        </a:rPr>
                        <a:t>17.7%</a:t>
                      </a:r>
                      <a:endParaRPr lang="en-US" sz="1000" b="0" i="0" u="none" strike="noStrike">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3309419702"/>
                  </a:ext>
                </a:extLst>
              </a:tr>
              <a:tr h="283453">
                <a:tc>
                  <a:txBody>
                    <a:bodyPr/>
                    <a:lstStyle/>
                    <a:p>
                      <a:pPr algn="l" fontAlgn="b">
                        <a:buNone/>
                      </a:pPr>
                      <a:r>
                        <a:rPr lang="en-US" sz="1000" u="none" strike="noStrike">
                          <a:effectLst/>
                        </a:rPr>
                        <a:t>Orono</a:t>
                      </a:r>
                      <a:endParaRPr lang="en-US" sz="1000" b="0" i="0" u="none" strike="noStrike">
                        <a:solidFill>
                          <a:srgbClr val="000000"/>
                        </a:solidFill>
                        <a:effectLst/>
                        <a:latin typeface="Arial" panose="020B0604020202020204" pitchFamily="34" charset="0"/>
                      </a:endParaRPr>
                    </a:p>
                  </a:txBody>
                  <a:tcPr marL="68580" marR="7620" marT="7620" marB="0" anchor="b"/>
                </a:tc>
                <a:tc>
                  <a:txBody>
                    <a:bodyPr/>
                    <a:lstStyle/>
                    <a:p>
                      <a:pPr algn="r" fontAlgn="b">
                        <a:buNone/>
                      </a:pPr>
                      <a:r>
                        <a:rPr lang="en-US" sz="1000" u="none" strike="noStrike">
                          <a:effectLst/>
                        </a:rPr>
                        <a:t>$330,505.47</a:t>
                      </a:r>
                      <a:endParaRPr lang="en-US" sz="1000" b="0" i="0" u="none" strike="noStrike">
                        <a:solidFill>
                          <a:srgbClr val="000000"/>
                        </a:solidFill>
                        <a:effectLst/>
                        <a:latin typeface="Arial" panose="020B0604020202020204" pitchFamily="34" charset="0"/>
                      </a:endParaRPr>
                    </a:p>
                  </a:txBody>
                  <a:tcPr marL="7620" marR="7620" marT="7620" marB="0" anchor="b"/>
                </a:tc>
                <a:tc>
                  <a:txBody>
                    <a:bodyPr/>
                    <a:lstStyle/>
                    <a:p>
                      <a:pPr algn="r" fontAlgn="b">
                        <a:buNone/>
                      </a:pPr>
                      <a:r>
                        <a:rPr lang="en-US" sz="1000" u="none" strike="noStrike">
                          <a:effectLst/>
                        </a:rPr>
                        <a:t>17.6%</a:t>
                      </a:r>
                      <a:endParaRPr lang="en-US" sz="1000" b="0" i="0" u="none" strike="noStrike">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2814208152"/>
                  </a:ext>
                </a:extLst>
              </a:tr>
              <a:tr h="283453">
                <a:tc>
                  <a:txBody>
                    <a:bodyPr/>
                    <a:lstStyle/>
                    <a:p>
                      <a:pPr algn="l" fontAlgn="b">
                        <a:buNone/>
                      </a:pPr>
                      <a:r>
                        <a:rPr lang="en-US" sz="1000" u="none" strike="noStrike">
                          <a:effectLst/>
                        </a:rPr>
                        <a:t>Kennebunkport</a:t>
                      </a:r>
                      <a:endParaRPr lang="en-US" sz="1000" b="0" i="0" u="none" strike="noStrike">
                        <a:solidFill>
                          <a:srgbClr val="000000"/>
                        </a:solidFill>
                        <a:effectLst/>
                        <a:latin typeface="Arial" panose="020B0604020202020204" pitchFamily="34" charset="0"/>
                      </a:endParaRPr>
                    </a:p>
                  </a:txBody>
                  <a:tcPr marL="68580" marR="7620" marT="7620" marB="0" anchor="b"/>
                </a:tc>
                <a:tc>
                  <a:txBody>
                    <a:bodyPr/>
                    <a:lstStyle/>
                    <a:p>
                      <a:pPr algn="r" fontAlgn="b">
                        <a:buNone/>
                      </a:pPr>
                      <a:r>
                        <a:rPr lang="en-US" sz="1000" u="none" strike="noStrike">
                          <a:effectLst/>
                        </a:rPr>
                        <a:t>$321,998.55</a:t>
                      </a:r>
                      <a:endParaRPr lang="en-US" sz="1000" b="0" i="0" u="none" strike="noStrike">
                        <a:solidFill>
                          <a:srgbClr val="000000"/>
                        </a:solidFill>
                        <a:effectLst/>
                        <a:latin typeface="Arial" panose="020B0604020202020204" pitchFamily="34" charset="0"/>
                      </a:endParaRPr>
                    </a:p>
                  </a:txBody>
                  <a:tcPr marL="7620" marR="7620" marT="7620" marB="0" anchor="b"/>
                </a:tc>
                <a:tc>
                  <a:txBody>
                    <a:bodyPr/>
                    <a:lstStyle/>
                    <a:p>
                      <a:pPr algn="r" fontAlgn="b">
                        <a:buNone/>
                      </a:pPr>
                      <a:r>
                        <a:rPr lang="en-US" sz="1000" u="none" strike="noStrike">
                          <a:effectLst/>
                        </a:rPr>
                        <a:t>17.2%</a:t>
                      </a:r>
                      <a:endParaRPr lang="en-US" sz="1000" b="0" i="0" u="none" strike="noStrike">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1895681004"/>
                  </a:ext>
                </a:extLst>
              </a:tr>
              <a:tr h="283453">
                <a:tc>
                  <a:txBody>
                    <a:bodyPr/>
                    <a:lstStyle/>
                    <a:p>
                      <a:pPr algn="l" fontAlgn="b">
                        <a:buNone/>
                      </a:pPr>
                      <a:r>
                        <a:rPr lang="en-US" sz="1000" u="none" strike="noStrike">
                          <a:effectLst/>
                        </a:rPr>
                        <a:t>Lewiston</a:t>
                      </a:r>
                      <a:endParaRPr lang="en-US" sz="1000" b="0" i="0" u="none" strike="noStrike">
                        <a:solidFill>
                          <a:srgbClr val="000000"/>
                        </a:solidFill>
                        <a:effectLst/>
                        <a:latin typeface="Arial" panose="020B0604020202020204" pitchFamily="34" charset="0"/>
                      </a:endParaRPr>
                    </a:p>
                  </a:txBody>
                  <a:tcPr marL="68580" marR="7620" marT="7620" marB="0" anchor="b"/>
                </a:tc>
                <a:tc>
                  <a:txBody>
                    <a:bodyPr/>
                    <a:lstStyle/>
                    <a:p>
                      <a:pPr algn="r" fontAlgn="b">
                        <a:buNone/>
                      </a:pPr>
                      <a:r>
                        <a:rPr lang="en-US" sz="1000" u="none" strike="noStrike">
                          <a:effectLst/>
                        </a:rPr>
                        <a:t>$303,761.91</a:t>
                      </a:r>
                      <a:endParaRPr lang="en-US" sz="1000" b="0" i="0" u="none" strike="noStrike">
                        <a:solidFill>
                          <a:srgbClr val="000000"/>
                        </a:solidFill>
                        <a:effectLst/>
                        <a:latin typeface="Arial" panose="020B0604020202020204" pitchFamily="34" charset="0"/>
                      </a:endParaRPr>
                    </a:p>
                  </a:txBody>
                  <a:tcPr marL="7620" marR="7620" marT="7620" marB="0" anchor="b"/>
                </a:tc>
                <a:tc>
                  <a:txBody>
                    <a:bodyPr/>
                    <a:lstStyle/>
                    <a:p>
                      <a:pPr algn="r" fontAlgn="b">
                        <a:buNone/>
                      </a:pPr>
                      <a:r>
                        <a:rPr lang="en-US" sz="1000" u="none" strike="noStrike">
                          <a:effectLst/>
                        </a:rPr>
                        <a:t>16.2%</a:t>
                      </a:r>
                      <a:endParaRPr lang="en-US" sz="1000" b="0" i="0" u="none" strike="noStrike">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2204787403"/>
                  </a:ext>
                </a:extLst>
              </a:tr>
              <a:tr h="283453">
                <a:tc>
                  <a:txBody>
                    <a:bodyPr/>
                    <a:lstStyle/>
                    <a:p>
                      <a:pPr algn="l" fontAlgn="b">
                        <a:buNone/>
                      </a:pPr>
                      <a:r>
                        <a:rPr lang="en-US" sz="1000" u="none" strike="noStrike">
                          <a:effectLst/>
                        </a:rPr>
                        <a:t>Bangor</a:t>
                      </a:r>
                      <a:endParaRPr lang="en-US" sz="1000" b="0" i="0" u="none" strike="noStrike">
                        <a:solidFill>
                          <a:srgbClr val="000000"/>
                        </a:solidFill>
                        <a:effectLst/>
                        <a:latin typeface="Arial" panose="020B0604020202020204" pitchFamily="34" charset="0"/>
                      </a:endParaRPr>
                    </a:p>
                  </a:txBody>
                  <a:tcPr marL="68580" marR="7620" marT="7620" marB="0" anchor="b"/>
                </a:tc>
                <a:tc>
                  <a:txBody>
                    <a:bodyPr/>
                    <a:lstStyle/>
                    <a:p>
                      <a:pPr algn="r" fontAlgn="b">
                        <a:buNone/>
                      </a:pPr>
                      <a:r>
                        <a:rPr lang="en-US" sz="1000" u="none" strike="noStrike">
                          <a:effectLst/>
                        </a:rPr>
                        <a:t>$300,919.98</a:t>
                      </a:r>
                      <a:endParaRPr lang="en-US" sz="1000" b="0" i="0" u="none" strike="noStrike">
                        <a:solidFill>
                          <a:srgbClr val="000000"/>
                        </a:solidFill>
                        <a:effectLst/>
                        <a:latin typeface="Arial" panose="020B0604020202020204" pitchFamily="34" charset="0"/>
                      </a:endParaRPr>
                    </a:p>
                  </a:txBody>
                  <a:tcPr marL="7620" marR="7620" marT="7620" marB="0" anchor="b"/>
                </a:tc>
                <a:tc>
                  <a:txBody>
                    <a:bodyPr/>
                    <a:lstStyle/>
                    <a:p>
                      <a:pPr algn="r" fontAlgn="b">
                        <a:buNone/>
                      </a:pPr>
                      <a:r>
                        <a:rPr lang="en-US" sz="1000" u="none" strike="noStrike">
                          <a:effectLst/>
                        </a:rPr>
                        <a:t>16.0%</a:t>
                      </a:r>
                      <a:endParaRPr lang="en-US" sz="1000" b="0" i="0" u="none" strike="noStrike">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1122447260"/>
                  </a:ext>
                </a:extLst>
              </a:tr>
              <a:tr h="283453">
                <a:tc>
                  <a:txBody>
                    <a:bodyPr/>
                    <a:lstStyle/>
                    <a:p>
                      <a:pPr algn="l" fontAlgn="b">
                        <a:buNone/>
                      </a:pPr>
                      <a:r>
                        <a:rPr lang="en-US" sz="1000" u="none" strike="noStrike">
                          <a:effectLst/>
                        </a:rPr>
                        <a:t>Bar Harbor</a:t>
                      </a:r>
                      <a:endParaRPr lang="en-US" sz="1000" b="0" i="0" u="none" strike="noStrike">
                        <a:solidFill>
                          <a:srgbClr val="000000"/>
                        </a:solidFill>
                        <a:effectLst/>
                        <a:latin typeface="Arial" panose="020B0604020202020204" pitchFamily="34" charset="0"/>
                      </a:endParaRPr>
                    </a:p>
                  </a:txBody>
                  <a:tcPr marL="68580" marR="7620" marT="7620" marB="0" anchor="b"/>
                </a:tc>
                <a:tc>
                  <a:txBody>
                    <a:bodyPr/>
                    <a:lstStyle/>
                    <a:p>
                      <a:pPr algn="r" fontAlgn="b">
                        <a:buNone/>
                      </a:pPr>
                      <a:r>
                        <a:rPr lang="en-US" sz="1000" u="none" strike="noStrike">
                          <a:effectLst/>
                        </a:rPr>
                        <a:t>$287,452.08</a:t>
                      </a:r>
                      <a:endParaRPr lang="en-US" sz="1000" b="0" i="0" u="none" strike="noStrike">
                        <a:solidFill>
                          <a:srgbClr val="000000"/>
                        </a:solidFill>
                        <a:effectLst/>
                        <a:latin typeface="Arial" panose="020B0604020202020204" pitchFamily="34" charset="0"/>
                      </a:endParaRPr>
                    </a:p>
                  </a:txBody>
                  <a:tcPr marL="7620" marR="7620" marT="7620" marB="0" anchor="b"/>
                </a:tc>
                <a:tc>
                  <a:txBody>
                    <a:bodyPr/>
                    <a:lstStyle/>
                    <a:p>
                      <a:pPr algn="r" fontAlgn="b">
                        <a:buNone/>
                      </a:pPr>
                      <a:r>
                        <a:rPr lang="en-US" sz="1000" u="none" strike="noStrike">
                          <a:effectLst/>
                        </a:rPr>
                        <a:t>15.3%</a:t>
                      </a:r>
                      <a:endParaRPr lang="en-US" sz="1000" b="0" i="0" u="none" strike="noStrike">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1890119951"/>
                  </a:ext>
                </a:extLst>
              </a:tr>
              <a:tr h="283453">
                <a:tc>
                  <a:txBody>
                    <a:bodyPr/>
                    <a:lstStyle/>
                    <a:p>
                      <a:pPr algn="l" fontAlgn="b">
                        <a:buNone/>
                      </a:pPr>
                      <a:r>
                        <a:rPr lang="en-US" sz="1000" u="none" strike="noStrike">
                          <a:effectLst/>
                        </a:rPr>
                        <a:t>Grand Total</a:t>
                      </a:r>
                      <a:endParaRPr lang="en-US" sz="1000" b="1" i="0" u="none" strike="noStrike">
                        <a:solidFill>
                          <a:srgbClr val="000000"/>
                        </a:solidFill>
                        <a:effectLst/>
                        <a:latin typeface="Arial" panose="020B0604020202020204" pitchFamily="34" charset="0"/>
                      </a:endParaRPr>
                    </a:p>
                  </a:txBody>
                  <a:tcPr marL="68580" marR="7620" marT="7620" marB="0" anchor="b"/>
                </a:tc>
                <a:tc>
                  <a:txBody>
                    <a:bodyPr/>
                    <a:lstStyle/>
                    <a:p>
                      <a:pPr algn="r" fontAlgn="b">
                        <a:buNone/>
                      </a:pPr>
                      <a:r>
                        <a:rPr lang="en-US" sz="1000" u="none" strike="noStrike">
                          <a:effectLst/>
                        </a:rPr>
                        <a:t>$1,877,249.75</a:t>
                      </a:r>
                      <a:endParaRPr lang="en-US" sz="1000" b="1" i="0" u="none" strike="noStrike">
                        <a:solidFill>
                          <a:srgbClr val="000000"/>
                        </a:solidFill>
                        <a:effectLst/>
                        <a:latin typeface="Arial" panose="020B0604020202020204" pitchFamily="34" charset="0"/>
                      </a:endParaRPr>
                    </a:p>
                  </a:txBody>
                  <a:tcPr marL="7620" marR="7620" marT="7620" marB="0" anchor="b"/>
                </a:tc>
                <a:tc>
                  <a:txBody>
                    <a:bodyPr/>
                    <a:lstStyle/>
                    <a:p>
                      <a:pPr algn="r" fontAlgn="b">
                        <a:buNone/>
                      </a:pPr>
                      <a:r>
                        <a:rPr lang="en-US" sz="1000" u="none" strike="noStrike">
                          <a:effectLst/>
                        </a:rPr>
                        <a:t>100.0%</a:t>
                      </a:r>
                      <a:endParaRPr lang="en-US" sz="1000" b="1" i="0" u="none" strike="noStrike">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4256541328"/>
                  </a:ext>
                </a:extLst>
              </a:tr>
              <a:tr h="283453">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038076909"/>
                  </a:ext>
                </a:extLst>
              </a:tr>
              <a:tr h="283453">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476236490"/>
                  </a:ext>
                </a:extLst>
              </a:tr>
              <a:tr h="283453">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601150081"/>
                  </a:ext>
                </a:extLst>
              </a:tr>
            </a:tbl>
          </a:graphicData>
        </a:graphic>
      </p:graphicFrame>
      <p:graphicFrame>
        <p:nvGraphicFramePr>
          <p:cNvPr id="37" name="Chart 36">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4192050628"/>
              </p:ext>
            </p:extLst>
          </p:nvPr>
        </p:nvGraphicFramePr>
        <p:xfrm>
          <a:off x="6555439" y="1221012"/>
          <a:ext cx="5437190" cy="445068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69803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6">
            <a:extLst>
              <a:ext uri="{FF2B5EF4-FFF2-40B4-BE49-F238E27FC236}">
                <a16:creationId xmlns:a16="http://schemas.microsoft.com/office/drawing/2014/main" id="{15D697CC-CA04-083B-E8AD-24A78CADD0E4}"/>
              </a:ext>
            </a:extLst>
          </p:cNvPr>
          <p:cNvSpPr>
            <a:spLocks noGrp="1"/>
          </p:cNvSpPr>
          <p:nvPr>
            <p:ph type="title"/>
          </p:nvPr>
        </p:nvSpPr>
        <p:spPr>
          <a:xfrm>
            <a:off x="838200" y="365126"/>
            <a:ext cx="10515600" cy="849526"/>
          </a:xfrm>
        </p:spPr>
        <p:txBody>
          <a:bodyPr/>
          <a:lstStyle/>
          <a:p>
            <a:r>
              <a:rPr lang="en-US" b="1" dirty="0"/>
              <a:t>GitHub Repository </a:t>
            </a:r>
          </a:p>
        </p:txBody>
      </p:sp>
    </p:spTree>
    <p:extLst>
      <p:ext uri="{BB962C8B-B14F-4D97-AF65-F5344CB8AC3E}">
        <p14:creationId xmlns:p14="http://schemas.microsoft.com/office/powerpoint/2010/main" val="1602888789"/>
      </p:ext>
    </p:extLst>
  </p:cSld>
  <p:clrMapOvr>
    <a:masterClrMapping/>
  </p:clrMapOvr>
</p:sld>
</file>

<file path=ppt/theme/theme1.xml><?xml version="1.0" encoding="utf-8"?>
<a:theme xmlns:a="http://schemas.openxmlformats.org/drawingml/2006/main" name="Office Theme">
  <a:themeElements>
    <a:clrScheme name="Custom 18">
      <a:dk1>
        <a:sysClr val="windowText" lastClr="000000"/>
      </a:dk1>
      <a:lt1>
        <a:sysClr val="window" lastClr="FFFFFF"/>
      </a:lt1>
      <a:dk2>
        <a:srgbClr val="140A59"/>
      </a:dk2>
      <a:lt2>
        <a:srgbClr val="E7E6E6"/>
      </a:lt2>
      <a:accent1>
        <a:srgbClr val="2B0348"/>
      </a:accent1>
      <a:accent2>
        <a:srgbClr val="763788"/>
      </a:accent2>
      <a:accent3>
        <a:srgbClr val="EF050C"/>
      </a:accent3>
      <a:accent4>
        <a:srgbClr val="B01E4C"/>
      </a:accent4>
      <a:accent5>
        <a:srgbClr val="0565FA"/>
      </a:accent5>
      <a:accent6>
        <a:srgbClr val="0BE1FF"/>
      </a:accent6>
      <a:hlink>
        <a:srgbClr val="0563C1"/>
      </a:hlink>
      <a:folHlink>
        <a:srgbClr val="954F72"/>
      </a:folHlink>
    </a:clrScheme>
    <a:fontScheme name="Custom 15">
      <a:majorFont>
        <a:latin typeface="Century Gothic Bold"/>
        <a:ea typeface=""/>
        <a:cs typeface=""/>
      </a:majorFont>
      <a:minorFont>
        <a:latin typeface="Dayton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turistic Pitch Deck_TM56488565_Win32_JC_SL_v4" id="{6C16C3F5-3ABD-4B2B-B436-2E1E9CE9969F}" vid="{647D9492-9D63-44AA-8DEA-C98668FC47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1989D7-CF02-4DC5-9433-98B600ACA0D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B8A4BC3-D1CE-4BB2-9C42-D67FD92CAF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C2B339A-BBCD-4BF4-A3FE-AE1F9B12F717}">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Futuristic pitch deck</Template>
  <TotalTime>103</TotalTime>
  <Words>537</Words>
  <Application>Microsoft Office PowerPoint</Application>
  <PresentationFormat>Widescreen</PresentationFormat>
  <Paragraphs>70</Paragraphs>
  <Slides>11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 Narrow</vt:lpstr>
      <vt:lpstr>Arial</vt:lpstr>
      <vt:lpstr>Calibri</vt:lpstr>
      <vt:lpstr>Century Gothic Bold</vt:lpstr>
      <vt:lpstr>Courier New</vt:lpstr>
      <vt:lpstr>Daytona Pro Light</vt:lpstr>
      <vt:lpstr>Office Theme</vt:lpstr>
      <vt:lpstr>Capstone project </vt:lpstr>
      <vt:lpstr>Introduction </vt:lpstr>
      <vt:lpstr>Sales analysis: </vt:lpstr>
      <vt:lpstr>What is total revenue overall for sales in the assigned territory, plus the start date and end date that tell you what period the data covers?</vt:lpstr>
      <vt:lpstr>What is the month by month revenue breakdown for the sales territory? </vt:lpstr>
      <vt:lpstr>PowerPoint Presentation</vt:lpstr>
      <vt:lpstr>PowerPoint Presentation</vt:lpstr>
      <vt:lpstr>Can you provide a ranking of in-store sales performance by each store in the sales territory, or a ranking of online sales performance by state within an online sales territory? </vt:lpstr>
      <vt:lpstr>What is your recommendation for where to focus sales attention in the next quarter? </vt:lpstr>
      <vt:lpstr>Visualization</vt:lpstr>
      <vt:lpstr>GitHub Repository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vesna cari</dc:creator>
  <cp:lastModifiedBy>vesna cari</cp:lastModifiedBy>
  <cp:revision>2</cp:revision>
  <dcterms:created xsi:type="dcterms:W3CDTF">2026-04-30T21:07:10Z</dcterms:created>
  <dcterms:modified xsi:type="dcterms:W3CDTF">2026-05-01T11:46:36Z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